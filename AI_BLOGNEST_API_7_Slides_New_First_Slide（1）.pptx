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8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" name="bg object 17"/>
          <p:cNvPicPr/>
          <p:nvPr/>
        </p:nvPicPr>
        <p:blipFill>
          <a:blip r:embed="rId2"/>
          <a:stretch/>
        </p:blipFill>
        <p:spPr>
          <a:xfrm>
            <a:off x="10841040" y="0"/>
            <a:ext cx="1350000" cy="12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bg object 18"/>
          <p:cNvSpPr/>
          <p:nvPr/>
        </p:nvSpPr>
        <p:spPr>
          <a:xfrm>
            <a:off x="10881000" y="0"/>
            <a:ext cx="1310400" cy="1234080"/>
          </a:xfrm>
          <a:custGeom>
            <a:avLst/>
            <a:gdLst>
              <a:gd name="textAreaLeft" fmla="*/ 0 w 1310400"/>
              <a:gd name="textAreaRight" fmla="*/ 1310760 w 1310400"/>
              <a:gd name="textAreaTop" fmla="*/ 0 h 1234080"/>
              <a:gd name="textAreaBottom" fmla="*/ 1234440 h 1234080"/>
            </a:gdLst>
            <a:ahLst/>
            <a:cxnLst/>
            <a:rect l="textAreaLeft" t="textAreaTop" r="textAreaRight" b="textAreaBottom"/>
            <a:pathLst>
              <a:path w="1310640" h="1234440">
                <a:moveTo>
                  <a:pt x="1310385" y="0"/>
                </a:moveTo>
                <a:lnTo>
                  <a:pt x="148941" y="0"/>
                </a:lnTo>
                <a:lnTo>
                  <a:pt x="131055" y="24954"/>
                </a:lnTo>
                <a:lnTo>
                  <a:pt x="104038" y="68389"/>
                </a:lnTo>
                <a:lnTo>
                  <a:pt x="80031" y="113383"/>
                </a:lnTo>
                <a:lnTo>
                  <a:pt x="59075" y="159707"/>
                </a:lnTo>
                <a:lnTo>
                  <a:pt x="41216" y="207204"/>
                </a:lnTo>
                <a:lnTo>
                  <a:pt x="26501" y="255719"/>
                </a:lnTo>
                <a:lnTo>
                  <a:pt x="14976" y="305095"/>
                </a:lnTo>
                <a:lnTo>
                  <a:pt x="6686" y="355177"/>
                </a:lnTo>
                <a:lnTo>
                  <a:pt x="1679" y="405807"/>
                </a:lnTo>
                <a:lnTo>
                  <a:pt x="0" y="456831"/>
                </a:lnTo>
                <a:lnTo>
                  <a:pt x="1679" y="507852"/>
                </a:lnTo>
                <a:lnTo>
                  <a:pt x="6686" y="558484"/>
                </a:lnTo>
                <a:lnTo>
                  <a:pt x="14976" y="608577"/>
                </a:lnTo>
                <a:lnTo>
                  <a:pt x="26501" y="657979"/>
                </a:lnTo>
                <a:lnTo>
                  <a:pt x="41216" y="706536"/>
                </a:lnTo>
                <a:lnTo>
                  <a:pt x="59075" y="754099"/>
                </a:lnTo>
                <a:lnTo>
                  <a:pt x="80031" y="800514"/>
                </a:lnTo>
                <a:lnTo>
                  <a:pt x="104038" y="845629"/>
                </a:lnTo>
                <a:lnTo>
                  <a:pt x="131055" y="888943"/>
                </a:lnTo>
                <a:lnTo>
                  <a:pt x="160733" y="930260"/>
                </a:lnTo>
                <a:lnTo>
                  <a:pt x="192968" y="969467"/>
                </a:lnTo>
                <a:lnTo>
                  <a:pt x="227653" y="1006457"/>
                </a:lnTo>
                <a:lnTo>
                  <a:pt x="264684" y="1041118"/>
                </a:lnTo>
                <a:lnTo>
                  <a:pt x="303956" y="1073341"/>
                </a:lnTo>
                <a:lnTo>
                  <a:pt x="345362" y="1103016"/>
                </a:lnTo>
                <a:lnTo>
                  <a:pt x="388797" y="1130033"/>
                </a:lnTo>
                <a:lnTo>
                  <a:pt x="433791" y="1154036"/>
                </a:lnTo>
                <a:lnTo>
                  <a:pt x="480115" y="1174991"/>
                </a:lnTo>
                <a:lnTo>
                  <a:pt x="527612" y="1192849"/>
                </a:lnTo>
                <a:lnTo>
                  <a:pt x="576127" y="1207565"/>
                </a:lnTo>
                <a:lnTo>
                  <a:pt x="625503" y="1219091"/>
                </a:lnTo>
                <a:lnTo>
                  <a:pt x="675585" y="1227382"/>
                </a:lnTo>
                <a:lnTo>
                  <a:pt x="726216" y="1232391"/>
                </a:lnTo>
                <a:lnTo>
                  <a:pt x="777239" y="1234071"/>
                </a:lnTo>
                <a:lnTo>
                  <a:pt x="828260" y="1232391"/>
                </a:lnTo>
                <a:lnTo>
                  <a:pt x="878892" y="1227382"/>
                </a:lnTo>
                <a:lnTo>
                  <a:pt x="928985" y="1219091"/>
                </a:lnTo>
                <a:lnTo>
                  <a:pt x="978387" y="1207565"/>
                </a:lnTo>
                <a:lnTo>
                  <a:pt x="1026945" y="1192849"/>
                </a:lnTo>
                <a:lnTo>
                  <a:pt x="1074507" y="1174991"/>
                </a:lnTo>
                <a:lnTo>
                  <a:pt x="1120922" y="1154036"/>
                </a:lnTo>
                <a:lnTo>
                  <a:pt x="1166037" y="1130033"/>
                </a:lnTo>
                <a:lnTo>
                  <a:pt x="1209352" y="1103016"/>
                </a:lnTo>
                <a:lnTo>
                  <a:pt x="1250668" y="1073341"/>
                </a:lnTo>
                <a:lnTo>
                  <a:pt x="1289876" y="1041118"/>
                </a:lnTo>
                <a:lnTo>
                  <a:pt x="1310385" y="1021900"/>
                </a:lnTo>
                <a:lnTo>
                  <a:pt x="1310385" y="0"/>
                </a:lnTo>
                <a:close/>
              </a:path>
            </a:pathLst>
          </a:custGeom>
          <a:solidFill>
            <a:srgbClr val="3173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" name="bg object 19"/>
          <p:cNvPicPr/>
          <p:nvPr/>
        </p:nvPicPr>
        <p:blipFill>
          <a:blip r:embed="rId3"/>
          <a:stretch/>
        </p:blipFill>
        <p:spPr>
          <a:xfrm>
            <a:off x="11252520" y="5423400"/>
            <a:ext cx="938520" cy="135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bg object 20"/>
          <p:cNvSpPr/>
          <p:nvPr/>
        </p:nvSpPr>
        <p:spPr>
          <a:xfrm>
            <a:off x="11292480" y="5440320"/>
            <a:ext cx="898920" cy="1279800"/>
          </a:xfrm>
          <a:custGeom>
            <a:avLst/>
            <a:gdLst>
              <a:gd name="textAreaLeft" fmla="*/ 0 w 898920"/>
              <a:gd name="textAreaRight" fmla="*/ 899280 w 898920"/>
              <a:gd name="textAreaTop" fmla="*/ 0 h 1279800"/>
              <a:gd name="textAreaBottom" fmla="*/ 1280160 h 1279800"/>
            </a:gdLst>
            <a:ahLst/>
            <a:cxnLst/>
            <a:rect l="textAreaLeft" t="textAreaTop" r="textAreaRight" b="textAreaBottom"/>
            <a:pathLst>
              <a:path w="899159" h="1280159">
                <a:moveTo>
                  <a:pt x="640079" y="0"/>
                </a:moveTo>
                <a:lnTo>
                  <a:pt x="592086" y="1798"/>
                </a:lnTo>
                <a:lnTo>
                  <a:pt x="544514" y="7161"/>
                </a:lnTo>
                <a:lnTo>
                  <a:pt x="497565" y="16037"/>
                </a:lnTo>
                <a:lnTo>
                  <a:pt x="451441" y="28376"/>
                </a:lnTo>
                <a:lnTo>
                  <a:pt x="406344" y="44129"/>
                </a:lnTo>
                <a:lnTo>
                  <a:pt x="362476" y="63245"/>
                </a:lnTo>
                <a:lnTo>
                  <a:pt x="320039" y="85674"/>
                </a:lnTo>
                <a:lnTo>
                  <a:pt x="279397" y="111238"/>
                </a:lnTo>
                <a:lnTo>
                  <a:pt x="240890" y="139692"/>
                </a:lnTo>
                <a:lnTo>
                  <a:pt x="204670" y="170887"/>
                </a:lnTo>
                <a:lnTo>
                  <a:pt x="170887" y="204670"/>
                </a:lnTo>
                <a:lnTo>
                  <a:pt x="139692" y="240890"/>
                </a:lnTo>
                <a:lnTo>
                  <a:pt x="111238" y="279397"/>
                </a:lnTo>
                <a:lnTo>
                  <a:pt x="85674" y="320039"/>
                </a:lnTo>
                <a:lnTo>
                  <a:pt x="63245" y="362476"/>
                </a:lnTo>
                <a:lnTo>
                  <a:pt x="44129" y="406344"/>
                </a:lnTo>
                <a:lnTo>
                  <a:pt x="28376" y="451441"/>
                </a:lnTo>
                <a:lnTo>
                  <a:pt x="16037" y="497565"/>
                </a:lnTo>
                <a:lnTo>
                  <a:pt x="7161" y="544514"/>
                </a:lnTo>
                <a:lnTo>
                  <a:pt x="1798" y="592086"/>
                </a:lnTo>
                <a:lnTo>
                  <a:pt x="0" y="640079"/>
                </a:lnTo>
                <a:lnTo>
                  <a:pt x="1798" y="688072"/>
                </a:lnTo>
                <a:lnTo>
                  <a:pt x="7161" y="735643"/>
                </a:lnTo>
                <a:lnTo>
                  <a:pt x="16037" y="782590"/>
                </a:lnTo>
                <a:lnTo>
                  <a:pt x="28376" y="828712"/>
                </a:lnTo>
                <a:lnTo>
                  <a:pt x="44129" y="873809"/>
                </a:lnTo>
                <a:lnTo>
                  <a:pt x="63245" y="917679"/>
                </a:lnTo>
                <a:lnTo>
                  <a:pt x="85674" y="960119"/>
                </a:lnTo>
                <a:lnTo>
                  <a:pt x="111238" y="1000757"/>
                </a:lnTo>
                <a:lnTo>
                  <a:pt x="139692" y="1039261"/>
                </a:lnTo>
                <a:lnTo>
                  <a:pt x="170887" y="1075479"/>
                </a:lnTo>
                <a:lnTo>
                  <a:pt x="204670" y="1109260"/>
                </a:lnTo>
                <a:lnTo>
                  <a:pt x="240890" y="1140454"/>
                </a:lnTo>
                <a:lnTo>
                  <a:pt x="279397" y="1168909"/>
                </a:lnTo>
                <a:lnTo>
                  <a:pt x="320039" y="1194473"/>
                </a:lnTo>
                <a:lnTo>
                  <a:pt x="362476" y="1216902"/>
                </a:lnTo>
                <a:lnTo>
                  <a:pt x="406344" y="1236020"/>
                </a:lnTo>
                <a:lnTo>
                  <a:pt x="451441" y="1251775"/>
                </a:lnTo>
                <a:lnTo>
                  <a:pt x="497565" y="1264117"/>
                </a:lnTo>
                <a:lnTo>
                  <a:pt x="544514" y="1272996"/>
                </a:lnTo>
                <a:lnTo>
                  <a:pt x="592086" y="1278360"/>
                </a:lnTo>
                <a:lnTo>
                  <a:pt x="640079" y="1280159"/>
                </a:lnTo>
                <a:lnTo>
                  <a:pt x="688072" y="1278360"/>
                </a:lnTo>
                <a:lnTo>
                  <a:pt x="735643" y="1272996"/>
                </a:lnTo>
                <a:lnTo>
                  <a:pt x="782590" y="1264117"/>
                </a:lnTo>
                <a:lnTo>
                  <a:pt x="828712" y="1251775"/>
                </a:lnTo>
                <a:lnTo>
                  <a:pt x="873809" y="1236020"/>
                </a:lnTo>
                <a:lnTo>
                  <a:pt x="898905" y="1225083"/>
                </a:lnTo>
                <a:lnTo>
                  <a:pt x="898905" y="55065"/>
                </a:lnTo>
                <a:lnTo>
                  <a:pt x="828712" y="28376"/>
                </a:lnTo>
                <a:lnTo>
                  <a:pt x="782590" y="16037"/>
                </a:lnTo>
                <a:lnTo>
                  <a:pt x="735643" y="7161"/>
                </a:lnTo>
                <a:lnTo>
                  <a:pt x="688072" y="1798"/>
                </a:lnTo>
                <a:lnTo>
                  <a:pt x="640079" y="0"/>
                </a:lnTo>
                <a:close/>
              </a:path>
            </a:pathLst>
          </a:custGeom>
          <a:solidFill>
            <a:srgbClr val="30c3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bg object 21"/>
          <p:cNvPicPr/>
          <p:nvPr/>
        </p:nvPicPr>
        <p:blipFill>
          <a:blip r:embed="rId4"/>
          <a:stretch/>
        </p:blipFill>
        <p:spPr>
          <a:xfrm>
            <a:off x="0" y="5789160"/>
            <a:ext cx="633600" cy="106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bg object 22"/>
          <p:cNvSpPr/>
          <p:nvPr/>
        </p:nvSpPr>
        <p:spPr>
          <a:xfrm>
            <a:off x="-2520" y="5806080"/>
            <a:ext cx="596520" cy="1051200"/>
          </a:xfrm>
          <a:custGeom>
            <a:avLst/>
            <a:gdLst>
              <a:gd name="textAreaLeft" fmla="*/ 0 w 596520"/>
              <a:gd name="textAreaRight" fmla="*/ 596880 w 596520"/>
              <a:gd name="textAreaTop" fmla="*/ 0 h 1051200"/>
              <a:gd name="textAreaBottom" fmla="*/ 1051560 h 1051200"/>
            </a:gdLst>
            <a:ahLst/>
            <a:cxnLst/>
            <a:rect l="textAreaLeft" t="textAreaTop" r="textAreaRight" b="textAreaBottom"/>
            <a:pathLst>
              <a:path w="596900" h="1051559">
                <a:moveTo>
                  <a:pt x="48020" y="0"/>
                </a:moveTo>
                <a:lnTo>
                  <a:pt x="0" y="2089"/>
                </a:lnTo>
                <a:lnTo>
                  <a:pt x="2656" y="2089"/>
                </a:lnTo>
                <a:lnTo>
                  <a:pt x="2656" y="1051559"/>
                </a:lnTo>
                <a:lnTo>
                  <a:pt x="266346" y="1051559"/>
                </a:lnTo>
                <a:lnTo>
                  <a:pt x="279718" y="1046024"/>
                </a:lnTo>
                <a:lnTo>
                  <a:pt x="322340" y="1023835"/>
                </a:lnTo>
                <a:lnTo>
                  <a:pt x="362869" y="998007"/>
                </a:lnTo>
                <a:lnTo>
                  <a:pt x="400818" y="968878"/>
                </a:lnTo>
                <a:lnTo>
                  <a:pt x="436009" y="936628"/>
                </a:lnTo>
                <a:lnTo>
                  <a:pt x="468259" y="901438"/>
                </a:lnTo>
                <a:lnTo>
                  <a:pt x="497388" y="863488"/>
                </a:lnTo>
                <a:lnTo>
                  <a:pt x="523216" y="822959"/>
                </a:lnTo>
                <a:lnTo>
                  <a:pt x="545405" y="780337"/>
                </a:lnTo>
                <a:lnTo>
                  <a:pt x="563695" y="736156"/>
                </a:lnTo>
                <a:lnTo>
                  <a:pt x="578026" y="690657"/>
                </a:lnTo>
                <a:lnTo>
                  <a:pt x="588338" y="644079"/>
                </a:lnTo>
                <a:lnTo>
                  <a:pt x="594570" y="596660"/>
                </a:lnTo>
                <a:lnTo>
                  <a:pt x="596660" y="548639"/>
                </a:lnTo>
                <a:lnTo>
                  <a:pt x="594570" y="500619"/>
                </a:lnTo>
                <a:lnTo>
                  <a:pt x="588338" y="453198"/>
                </a:lnTo>
                <a:lnTo>
                  <a:pt x="578026" y="406617"/>
                </a:lnTo>
                <a:lnTo>
                  <a:pt x="563695" y="361117"/>
                </a:lnTo>
                <a:lnTo>
                  <a:pt x="545405" y="316938"/>
                </a:lnTo>
                <a:lnTo>
                  <a:pt x="523216" y="274319"/>
                </a:lnTo>
                <a:lnTo>
                  <a:pt x="497388" y="233787"/>
                </a:lnTo>
                <a:lnTo>
                  <a:pt x="468259" y="195835"/>
                </a:lnTo>
                <a:lnTo>
                  <a:pt x="436009" y="160645"/>
                </a:lnTo>
                <a:lnTo>
                  <a:pt x="400818" y="128395"/>
                </a:lnTo>
                <a:lnTo>
                  <a:pt x="362869" y="99264"/>
                </a:lnTo>
                <a:lnTo>
                  <a:pt x="322340" y="73431"/>
                </a:lnTo>
                <a:lnTo>
                  <a:pt x="279718" y="51243"/>
                </a:lnTo>
                <a:lnTo>
                  <a:pt x="235537" y="32956"/>
                </a:lnTo>
                <a:lnTo>
                  <a:pt x="190038" y="18627"/>
                </a:lnTo>
                <a:lnTo>
                  <a:pt x="143460" y="8318"/>
                </a:lnTo>
                <a:lnTo>
                  <a:pt x="96041" y="2089"/>
                </a:lnTo>
                <a:lnTo>
                  <a:pt x="48020" y="0"/>
                </a:lnTo>
                <a:close/>
              </a:path>
            </a:pathLst>
          </a:custGeom>
          <a:solidFill>
            <a:srgbClr val="3173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2126160"/>
            <a:ext cx="1036296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lang="en-IN" sz="2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2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1"/>
          </p:nvPr>
        </p:nvSpPr>
        <p:spPr>
          <a:xfrm>
            <a:off x="735840" y="6512400"/>
            <a:ext cx="333648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12600" indent="0">
              <a:lnSpc>
                <a:spcPct val="100000"/>
              </a:lnSpc>
              <a:spcBef>
                <a:spcPts val="45"/>
              </a:spcBef>
              <a:buNone/>
            </a:pP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&lt;footer&gt;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2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3"/>
          </p:nvPr>
        </p:nvSpPr>
        <p:spPr>
          <a:xfrm>
            <a:off x="5128560" y="6512400"/>
            <a:ext cx="33984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6336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63360" indent="0">
              <a:lnSpc>
                <a:spcPct val="100000"/>
              </a:lnSpc>
              <a:spcBef>
                <a:spcPts val="45"/>
              </a:spcBef>
              <a:buNone/>
            </a:pPr>
            <a:fld id="{F9F16D86-4E3A-43A3-8FD3-9CF9F5F37361}" type="slidenum"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&lt;number&gt;</a:t>
            </a:fld>
            <a:r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/7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" name="bg object 17"/>
          <p:cNvPicPr/>
          <p:nvPr/>
        </p:nvPicPr>
        <p:blipFill>
          <a:blip r:embed="rId2"/>
          <a:stretch/>
        </p:blipFill>
        <p:spPr>
          <a:xfrm>
            <a:off x="10841040" y="0"/>
            <a:ext cx="1350000" cy="12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bg object 18"/>
          <p:cNvSpPr/>
          <p:nvPr/>
        </p:nvSpPr>
        <p:spPr>
          <a:xfrm>
            <a:off x="10881000" y="0"/>
            <a:ext cx="1310400" cy="1234080"/>
          </a:xfrm>
          <a:custGeom>
            <a:avLst/>
            <a:gdLst>
              <a:gd name="textAreaLeft" fmla="*/ 0 w 1310400"/>
              <a:gd name="textAreaRight" fmla="*/ 1310760 w 1310400"/>
              <a:gd name="textAreaTop" fmla="*/ 0 h 1234080"/>
              <a:gd name="textAreaBottom" fmla="*/ 1234440 h 1234080"/>
            </a:gdLst>
            <a:ahLst/>
            <a:cxnLst/>
            <a:rect l="textAreaLeft" t="textAreaTop" r="textAreaRight" b="textAreaBottom"/>
            <a:pathLst>
              <a:path w="1310640" h="1234440">
                <a:moveTo>
                  <a:pt x="1310385" y="0"/>
                </a:moveTo>
                <a:lnTo>
                  <a:pt x="148941" y="0"/>
                </a:lnTo>
                <a:lnTo>
                  <a:pt x="131055" y="24954"/>
                </a:lnTo>
                <a:lnTo>
                  <a:pt x="104038" y="68389"/>
                </a:lnTo>
                <a:lnTo>
                  <a:pt x="80031" y="113383"/>
                </a:lnTo>
                <a:lnTo>
                  <a:pt x="59075" y="159707"/>
                </a:lnTo>
                <a:lnTo>
                  <a:pt x="41216" y="207204"/>
                </a:lnTo>
                <a:lnTo>
                  <a:pt x="26501" y="255719"/>
                </a:lnTo>
                <a:lnTo>
                  <a:pt x="14976" y="305095"/>
                </a:lnTo>
                <a:lnTo>
                  <a:pt x="6686" y="355177"/>
                </a:lnTo>
                <a:lnTo>
                  <a:pt x="1679" y="405807"/>
                </a:lnTo>
                <a:lnTo>
                  <a:pt x="0" y="456831"/>
                </a:lnTo>
                <a:lnTo>
                  <a:pt x="1679" y="507852"/>
                </a:lnTo>
                <a:lnTo>
                  <a:pt x="6686" y="558484"/>
                </a:lnTo>
                <a:lnTo>
                  <a:pt x="14976" y="608577"/>
                </a:lnTo>
                <a:lnTo>
                  <a:pt x="26501" y="657979"/>
                </a:lnTo>
                <a:lnTo>
                  <a:pt x="41216" y="706536"/>
                </a:lnTo>
                <a:lnTo>
                  <a:pt x="59075" y="754099"/>
                </a:lnTo>
                <a:lnTo>
                  <a:pt x="80031" y="800514"/>
                </a:lnTo>
                <a:lnTo>
                  <a:pt x="104038" y="845629"/>
                </a:lnTo>
                <a:lnTo>
                  <a:pt x="131055" y="888943"/>
                </a:lnTo>
                <a:lnTo>
                  <a:pt x="160733" y="930260"/>
                </a:lnTo>
                <a:lnTo>
                  <a:pt x="192968" y="969467"/>
                </a:lnTo>
                <a:lnTo>
                  <a:pt x="227653" y="1006457"/>
                </a:lnTo>
                <a:lnTo>
                  <a:pt x="264684" y="1041118"/>
                </a:lnTo>
                <a:lnTo>
                  <a:pt x="303956" y="1073341"/>
                </a:lnTo>
                <a:lnTo>
                  <a:pt x="345362" y="1103016"/>
                </a:lnTo>
                <a:lnTo>
                  <a:pt x="388797" y="1130033"/>
                </a:lnTo>
                <a:lnTo>
                  <a:pt x="433791" y="1154036"/>
                </a:lnTo>
                <a:lnTo>
                  <a:pt x="480115" y="1174991"/>
                </a:lnTo>
                <a:lnTo>
                  <a:pt x="527612" y="1192849"/>
                </a:lnTo>
                <a:lnTo>
                  <a:pt x="576127" y="1207565"/>
                </a:lnTo>
                <a:lnTo>
                  <a:pt x="625503" y="1219091"/>
                </a:lnTo>
                <a:lnTo>
                  <a:pt x="675585" y="1227382"/>
                </a:lnTo>
                <a:lnTo>
                  <a:pt x="726216" y="1232391"/>
                </a:lnTo>
                <a:lnTo>
                  <a:pt x="777239" y="1234071"/>
                </a:lnTo>
                <a:lnTo>
                  <a:pt x="828260" y="1232391"/>
                </a:lnTo>
                <a:lnTo>
                  <a:pt x="878892" y="1227382"/>
                </a:lnTo>
                <a:lnTo>
                  <a:pt x="928985" y="1219091"/>
                </a:lnTo>
                <a:lnTo>
                  <a:pt x="978387" y="1207565"/>
                </a:lnTo>
                <a:lnTo>
                  <a:pt x="1026945" y="1192849"/>
                </a:lnTo>
                <a:lnTo>
                  <a:pt x="1074507" y="1174991"/>
                </a:lnTo>
                <a:lnTo>
                  <a:pt x="1120922" y="1154036"/>
                </a:lnTo>
                <a:lnTo>
                  <a:pt x="1166037" y="1130033"/>
                </a:lnTo>
                <a:lnTo>
                  <a:pt x="1209352" y="1103016"/>
                </a:lnTo>
                <a:lnTo>
                  <a:pt x="1250668" y="1073341"/>
                </a:lnTo>
                <a:lnTo>
                  <a:pt x="1289876" y="1041118"/>
                </a:lnTo>
                <a:lnTo>
                  <a:pt x="1310385" y="1021900"/>
                </a:lnTo>
                <a:lnTo>
                  <a:pt x="1310385" y="0"/>
                </a:lnTo>
                <a:close/>
              </a:path>
            </a:pathLst>
          </a:custGeom>
          <a:solidFill>
            <a:srgbClr val="3173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" name="bg object 19"/>
          <p:cNvPicPr/>
          <p:nvPr/>
        </p:nvPicPr>
        <p:blipFill>
          <a:blip r:embed="rId3"/>
          <a:stretch/>
        </p:blipFill>
        <p:spPr>
          <a:xfrm>
            <a:off x="11252520" y="5423400"/>
            <a:ext cx="938520" cy="135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bg object 20"/>
          <p:cNvSpPr/>
          <p:nvPr/>
        </p:nvSpPr>
        <p:spPr>
          <a:xfrm>
            <a:off x="11292480" y="5440320"/>
            <a:ext cx="898920" cy="1279800"/>
          </a:xfrm>
          <a:custGeom>
            <a:avLst/>
            <a:gdLst>
              <a:gd name="textAreaLeft" fmla="*/ 0 w 898920"/>
              <a:gd name="textAreaRight" fmla="*/ 899280 w 898920"/>
              <a:gd name="textAreaTop" fmla="*/ 0 h 1279800"/>
              <a:gd name="textAreaBottom" fmla="*/ 1280160 h 1279800"/>
            </a:gdLst>
            <a:ahLst/>
            <a:cxnLst/>
            <a:rect l="textAreaLeft" t="textAreaTop" r="textAreaRight" b="textAreaBottom"/>
            <a:pathLst>
              <a:path w="899159" h="1280159">
                <a:moveTo>
                  <a:pt x="640079" y="0"/>
                </a:moveTo>
                <a:lnTo>
                  <a:pt x="592086" y="1798"/>
                </a:lnTo>
                <a:lnTo>
                  <a:pt x="544514" y="7161"/>
                </a:lnTo>
                <a:lnTo>
                  <a:pt x="497565" y="16037"/>
                </a:lnTo>
                <a:lnTo>
                  <a:pt x="451441" y="28376"/>
                </a:lnTo>
                <a:lnTo>
                  <a:pt x="406344" y="44129"/>
                </a:lnTo>
                <a:lnTo>
                  <a:pt x="362476" y="63245"/>
                </a:lnTo>
                <a:lnTo>
                  <a:pt x="320039" y="85674"/>
                </a:lnTo>
                <a:lnTo>
                  <a:pt x="279397" y="111238"/>
                </a:lnTo>
                <a:lnTo>
                  <a:pt x="240890" y="139692"/>
                </a:lnTo>
                <a:lnTo>
                  <a:pt x="204670" y="170887"/>
                </a:lnTo>
                <a:lnTo>
                  <a:pt x="170887" y="204670"/>
                </a:lnTo>
                <a:lnTo>
                  <a:pt x="139692" y="240890"/>
                </a:lnTo>
                <a:lnTo>
                  <a:pt x="111238" y="279397"/>
                </a:lnTo>
                <a:lnTo>
                  <a:pt x="85674" y="320039"/>
                </a:lnTo>
                <a:lnTo>
                  <a:pt x="63245" y="362476"/>
                </a:lnTo>
                <a:lnTo>
                  <a:pt x="44129" y="406344"/>
                </a:lnTo>
                <a:lnTo>
                  <a:pt x="28376" y="451441"/>
                </a:lnTo>
                <a:lnTo>
                  <a:pt x="16037" y="497565"/>
                </a:lnTo>
                <a:lnTo>
                  <a:pt x="7161" y="544514"/>
                </a:lnTo>
                <a:lnTo>
                  <a:pt x="1798" y="592086"/>
                </a:lnTo>
                <a:lnTo>
                  <a:pt x="0" y="640079"/>
                </a:lnTo>
                <a:lnTo>
                  <a:pt x="1798" y="688072"/>
                </a:lnTo>
                <a:lnTo>
                  <a:pt x="7161" y="735643"/>
                </a:lnTo>
                <a:lnTo>
                  <a:pt x="16037" y="782590"/>
                </a:lnTo>
                <a:lnTo>
                  <a:pt x="28376" y="828712"/>
                </a:lnTo>
                <a:lnTo>
                  <a:pt x="44129" y="873809"/>
                </a:lnTo>
                <a:lnTo>
                  <a:pt x="63245" y="917679"/>
                </a:lnTo>
                <a:lnTo>
                  <a:pt x="85674" y="960119"/>
                </a:lnTo>
                <a:lnTo>
                  <a:pt x="111238" y="1000757"/>
                </a:lnTo>
                <a:lnTo>
                  <a:pt x="139692" y="1039261"/>
                </a:lnTo>
                <a:lnTo>
                  <a:pt x="170887" y="1075479"/>
                </a:lnTo>
                <a:lnTo>
                  <a:pt x="204670" y="1109260"/>
                </a:lnTo>
                <a:lnTo>
                  <a:pt x="240890" y="1140454"/>
                </a:lnTo>
                <a:lnTo>
                  <a:pt x="279397" y="1168909"/>
                </a:lnTo>
                <a:lnTo>
                  <a:pt x="320039" y="1194473"/>
                </a:lnTo>
                <a:lnTo>
                  <a:pt x="362476" y="1216902"/>
                </a:lnTo>
                <a:lnTo>
                  <a:pt x="406344" y="1236020"/>
                </a:lnTo>
                <a:lnTo>
                  <a:pt x="451441" y="1251775"/>
                </a:lnTo>
                <a:lnTo>
                  <a:pt x="497565" y="1264117"/>
                </a:lnTo>
                <a:lnTo>
                  <a:pt x="544514" y="1272996"/>
                </a:lnTo>
                <a:lnTo>
                  <a:pt x="592086" y="1278360"/>
                </a:lnTo>
                <a:lnTo>
                  <a:pt x="640079" y="1280159"/>
                </a:lnTo>
                <a:lnTo>
                  <a:pt x="688072" y="1278360"/>
                </a:lnTo>
                <a:lnTo>
                  <a:pt x="735643" y="1272996"/>
                </a:lnTo>
                <a:lnTo>
                  <a:pt x="782590" y="1264117"/>
                </a:lnTo>
                <a:lnTo>
                  <a:pt x="828712" y="1251775"/>
                </a:lnTo>
                <a:lnTo>
                  <a:pt x="873809" y="1236020"/>
                </a:lnTo>
                <a:lnTo>
                  <a:pt x="898905" y="1225083"/>
                </a:lnTo>
                <a:lnTo>
                  <a:pt x="898905" y="55065"/>
                </a:lnTo>
                <a:lnTo>
                  <a:pt x="828712" y="28376"/>
                </a:lnTo>
                <a:lnTo>
                  <a:pt x="782590" y="16037"/>
                </a:lnTo>
                <a:lnTo>
                  <a:pt x="735643" y="7161"/>
                </a:lnTo>
                <a:lnTo>
                  <a:pt x="688072" y="1798"/>
                </a:lnTo>
                <a:lnTo>
                  <a:pt x="640079" y="0"/>
                </a:lnTo>
                <a:close/>
              </a:path>
            </a:pathLst>
          </a:custGeom>
          <a:solidFill>
            <a:srgbClr val="30c3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bg object 21"/>
          <p:cNvPicPr/>
          <p:nvPr/>
        </p:nvPicPr>
        <p:blipFill>
          <a:blip r:embed="rId4"/>
          <a:stretch/>
        </p:blipFill>
        <p:spPr>
          <a:xfrm>
            <a:off x="0" y="5789160"/>
            <a:ext cx="633600" cy="106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bg object 22"/>
          <p:cNvSpPr/>
          <p:nvPr/>
        </p:nvSpPr>
        <p:spPr>
          <a:xfrm>
            <a:off x="-2520" y="5806080"/>
            <a:ext cx="596520" cy="1051200"/>
          </a:xfrm>
          <a:custGeom>
            <a:avLst/>
            <a:gdLst>
              <a:gd name="textAreaLeft" fmla="*/ 0 w 596520"/>
              <a:gd name="textAreaRight" fmla="*/ 596880 w 596520"/>
              <a:gd name="textAreaTop" fmla="*/ 0 h 1051200"/>
              <a:gd name="textAreaBottom" fmla="*/ 1051560 h 1051200"/>
            </a:gdLst>
            <a:ahLst/>
            <a:cxnLst/>
            <a:rect l="textAreaLeft" t="textAreaTop" r="textAreaRight" b="textAreaBottom"/>
            <a:pathLst>
              <a:path w="596900" h="1051559">
                <a:moveTo>
                  <a:pt x="48020" y="0"/>
                </a:moveTo>
                <a:lnTo>
                  <a:pt x="0" y="2089"/>
                </a:lnTo>
                <a:lnTo>
                  <a:pt x="2656" y="2089"/>
                </a:lnTo>
                <a:lnTo>
                  <a:pt x="2656" y="1051559"/>
                </a:lnTo>
                <a:lnTo>
                  <a:pt x="266346" y="1051559"/>
                </a:lnTo>
                <a:lnTo>
                  <a:pt x="279718" y="1046024"/>
                </a:lnTo>
                <a:lnTo>
                  <a:pt x="322340" y="1023835"/>
                </a:lnTo>
                <a:lnTo>
                  <a:pt x="362869" y="998007"/>
                </a:lnTo>
                <a:lnTo>
                  <a:pt x="400818" y="968878"/>
                </a:lnTo>
                <a:lnTo>
                  <a:pt x="436009" y="936628"/>
                </a:lnTo>
                <a:lnTo>
                  <a:pt x="468259" y="901438"/>
                </a:lnTo>
                <a:lnTo>
                  <a:pt x="497388" y="863488"/>
                </a:lnTo>
                <a:lnTo>
                  <a:pt x="523216" y="822959"/>
                </a:lnTo>
                <a:lnTo>
                  <a:pt x="545405" y="780337"/>
                </a:lnTo>
                <a:lnTo>
                  <a:pt x="563695" y="736156"/>
                </a:lnTo>
                <a:lnTo>
                  <a:pt x="578026" y="690657"/>
                </a:lnTo>
                <a:lnTo>
                  <a:pt x="588338" y="644079"/>
                </a:lnTo>
                <a:lnTo>
                  <a:pt x="594570" y="596660"/>
                </a:lnTo>
                <a:lnTo>
                  <a:pt x="596660" y="548639"/>
                </a:lnTo>
                <a:lnTo>
                  <a:pt x="594570" y="500619"/>
                </a:lnTo>
                <a:lnTo>
                  <a:pt x="588338" y="453198"/>
                </a:lnTo>
                <a:lnTo>
                  <a:pt x="578026" y="406617"/>
                </a:lnTo>
                <a:lnTo>
                  <a:pt x="563695" y="361117"/>
                </a:lnTo>
                <a:lnTo>
                  <a:pt x="545405" y="316938"/>
                </a:lnTo>
                <a:lnTo>
                  <a:pt x="523216" y="274319"/>
                </a:lnTo>
                <a:lnTo>
                  <a:pt x="497388" y="233787"/>
                </a:lnTo>
                <a:lnTo>
                  <a:pt x="468259" y="195835"/>
                </a:lnTo>
                <a:lnTo>
                  <a:pt x="436009" y="160645"/>
                </a:lnTo>
                <a:lnTo>
                  <a:pt x="400818" y="128395"/>
                </a:lnTo>
                <a:lnTo>
                  <a:pt x="362869" y="99264"/>
                </a:lnTo>
                <a:lnTo>
                  <a:pt x="322340" y="73431"/>
                </a:lnTo>
                <a:lnTo>
                  <a:pt x="279718" y="51243"/>
                </a:lnTo>
                <a:lnTo>
                  <a:pt x="235537" y="32956"/>
                </a:lnTo>
                <a:lnTo>
                  <a:pt x="190038" y="18627"/>
                </a:lnTo>
                <a:lnTo>
                  <a:pt x="143460" y="8318"/>
                </a:lnTo>
                <a:lnTo>
                  <a:pt x="96041" y="2089"/>
                </a:lnTo>
                <a:lnTo>
                  <a:pt x="48020" y="0"/>
                </a:lnTo>
                <a:close/>
              </a:path>
            </a:pathLst>
          </a:custGeom>
          <a:solidFill>
            <a:srgbClr val="3173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17120" y="443520"/>
            <a:ext cx="4154400" cy="4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IN" sz="2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2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1097244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4"/>
          </p:nvPr>
        </p:nvSpPr>
        <p:spPr>
          <a:xfrm>
            <a:off x="735840" y="6512400"/>
            <a:ext cx="333648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12600" indent="0">
              <a:lnSpc>
                <a:spcPct val="100000"/>
              </a:lnSpc>
              <a:spcBef>
                <a:spcPts val="45"/>
              </a:spcBef>
              <a:buNone/>
            </a:pP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&lt;footer&gt;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5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6"/>
          </p:nvPr>
        </p:nvSpPr>
        <p:spPr>
          <a:xfrm>
            <a:off x="5128560" y="6512400"/>
            <a:ext cx="33984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6336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63360" indent="0">
              <a:lnSpc>
                <a:spcPct val="100000"/>
              </a:lnSpc>
              <a:spcBef>
                <a:spcPts val="45"/>
              </a:spcBef>
              <a:buNone/>
            </a:pPr>
            <a:fld id="{4B6CE838-6234-478F-BAF0-C995FA555A8E}" type="slidenum"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&lt;number&gt;</a:t>
            </a:fld>
            <a:r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/7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g object 16" hidden="1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" name="bg object 17" hidden="1"/>
          <p:cNvPicPr/>
          <p:nvPr/>
        </p:nvPicPr>
        <p:blipFill>
          <a:blip r:embed="rId2"/>
          <a:stretch/>
        </p:blipFill>
        <p:spPr>
          <a:xfrm>
            <a:off x="10841040" y="0"/>
            <a:ext cx="1350000" cy="12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bg object 18" hidden="1"/>
          <p:cNvSpPr/>
          <p:nvPr/>
        </p:nvSpPr>
        <p:spPr>
          <a:xfrm>
            <a:off x="10881000" y="0"/>
            <a:ext cx="1310400" cy="1234080"/>
          </a:xfrm>
          <a:custGeom>
            <a:avLst/>
            <a:gdLst>
              <a:gd name="textAreaLeft" fmla="*/ 0 w 1310400"/>
              <a:gd name="textAreaRight" fmla="*/ 1310760 w 1310400"/>
              <a:gd name="textAreaTop" fmla="*/ 0 h 1234080"/>
              <a:gd name="textAreaBottom" fmla="*/ 1234440 h 1234080"/>
            </a:gdLst>
            <a:ahLst/>
            <a:cxnLst/>
            <a:rect l="textAreaLeft" t="textAreaTop" r="textAreaRight" b="textAreaBottom"/>
            <a:pathLst>
              <a:path w="1310640" h="1234440">
                <a:moveTo>
                  <a:pt x="1310385" y="0"/>
                </a:moveTo>
                <a:lnTo>
                  <a:pt x="148941" y="0"/>
                </a:lnTo>
                <a:lnTo>
                  <a:pt x="131055" y="24954"/>
                </a:lnTo>
                <a:lnTo>
                  <a:pt x="104038" y="68389"/>
                </a:lnTo>
                <a:lnTo>
                  <a:pt x="80031" y="113383"/>
                </a:lnTo>
                <a:lnTo>
                  <a:pt x="59075" y="159707"/>
                </a:lnTo>
                <a:lnTo>
                  <a:pt x="41216" y="207204"/>
                </a:lnTo>
                <a:lnTo>
                  <a:pt x="26501" y="255719"/>
                </a:lnTo>
                <a:lnTo>
                  <a:pt x="14976" y="305095"/>
                </a:lnTo>
                <a:lnTo>
                  <a:pt x="6686" y="355177"/>
                </a:lnTo>
                <a:lnTo>
                  <a:pt x="1679" y="405807"/>
                </a:lnTo>
                <a:lnTo>
                  <a:pt x="0" y="456831"/>
                </a:lnTo>
                <a:lnTo>
                  <a:pt x="1679" y="507852"/>
                </a:lnTo>
                <a:lnTo>
                  <a:pt x="6686" y="558484"/>
                </a:lnTo>
                <a:lnTo>
                  <a:pt x="14976" y="608577"/>
                </a:lnTo>
                <a:lnTo>
                  <a:pt x="26501" y="657979"/>
                </a:lnTo>
                <a:lnTo>
                  <a:pt x="41216" y="706536"/>
                </a:lnTo>
                <a:lnTo>
                  <a:pt x="59075" y="754099"/>
                </a:lnTo>
                <a:lnTo>
                  <a:pt x="80031" y="800514"/>
                </a:lnTo>
                <a:lnTo>
                  <a:pt x="104038" y="845629"/>
                </a:lnTo>
                <a:lnTo>
                  <a:pt x="131055" y="888943"/>
                </a:lnTo>
                <a:lnTo>
                  <a:pt x="160733" y="930260"/>
                </a:lnTo>
                <a:lnTo>
                  <a:pt x="192968" y="969467"/>
                </a:lnTo>
                <a:lnTo>
                  <a:pt x="227653" y="1006457"/>
                </a:lnTo>
                <a:lnTo>
                  <a:pt x="264684" y="1041118"/>
                </a:lnTo>
                <a:lnTo>
                  <a:pt x="303956" y="1073341"/>
                </a:lnTo>
                <a:lnTo>
                  <a:pt x="345362" y="1103016"/>
                </a:lnTo>
                <a:lnTo>
                  <a:pt x="388797" y="1130033"/>
                </a:lnTo>
                <a:lnTo>
                  <a:pt x="433791" y="1154036"/>
                </a:lnTo>
                <a:lnTo>
                  <a:pt x="480115" y="1174991"/>
                </a:lnTo>
                <a:lnTo>
                  <a:pt x="527612" y="1192849"/>
                </a:lnTo>
                <a:lnTo>
                  <a:pt x="576127" y="1207565"/>
                </a:lnTo>
                <a:lnTo>
                  <a:pt x="625503" y="1219091"/>
                </a:lnTo>
                <a:lnTo>
                  <a:pt x="675585" y="1227382"/>
                </a:lnTo>
                <a:lnTo>
                  <a:pt x="726216" y="1232391"/>
                </a:lnTo>
                <a:lnTo>
                  <a:pt x="777239" y="1234071"/>
                </a:lnTo>
                <a:lnTo>
                  <a:pt x="828260" y="1232391"/>
                </a:lnTo>
                <a:lnTo>
                  <a:pt x="878892" y="1227382"/>
                </a:lnTo>
                <a:lnTo>
                  <a:pt x="928985" y="1219091"/>
                </a:lnTo>
                <a:lnTo>
                  <a:pt x="978387" y="1207565"/>
                </a:lnTo>
                <a:lnTo>
                  <a:pt x="1026945" y="1192849"/>
                </a:lnTo>
                <a:lnTo>
                  <a:pt x="1074507" y="1174991"/>
                </a:lnTo>
                <a:lnTo>
                  <a:pt x="1120922" y="1154036"/>
                </a:lnTo>
                <a:lnTo>
                  <a:pt x="1166037" y="1130033"/>
                </a:lnTo>
                <a:lnTo>
                  <a:pt x="1209352" y="1103016"/>
                </a:lnTo>
                <a:lnTo>
                  <a:pt x="1250668" y="1073341"/>
                </a:lnTo>
                <a:lnTo>
                  <a:pt x="1289876" y="1041118"/>
                </a:lnTo>
                <a:lnTo>
                  <a:pt x="1310385" y="1021900"/>
                </a:lnTo>
                <a:lnTo>
                  <a:pt x="1310385" y="0"/>
                </a:lnTo>
                <a:close/>
              </a:path>
            </a:pathLst>
          </a:custGeom>
          <a:solidFill>
            <a:srgbClr val="3173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" name="bg object 19" hidden="1"/>
          <p:cNvPicPr/>
          <p:nvPr/>
        </p:nvPicPr>
        <p:blipFill>
          <a:blip r:embed="rId3"/>
          <a:stretch/>
        </p:blipFill>
        <p:spPr>
          <a:xfrm>
            <a:off x="11252520" y="5423400"/>
            <a:ext cx="938520" cy="135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bg object 20" hidden="1"/>
          <p:cNvSpPr/>
          <p:nvPr/>
        </p:nvSpPr>
        <p:spPr>
          <a:xfrm>
            <a:off x="11292480" y="5440320"/>
            <a:ext cx="898920" cy="1279800"/>
          </a:xfrm>
          <a:custGeom>
            <a:avLst/>
            <a:gdLst>
              <a:gd name="textAreaLeft" fmla="*/ 0 w 898920"/>
              <a:gd name="textAreaRight" fmla="*/ 899280 w 898920"/>
              <a:gd name="textAreaTop" fmla="*/ 0 h 1279800"/>
              <a:gd name="textAreaBottom" fmla="*/ 1280160 h 1279800"/>
            </a:gdLst>
            <a:ahLst/>
            <a:cxnLst/>
            <a:rect l="textAreaLeft" t="textAreaTop" r="textAreaRight" b="textAreaBottom"/>
            <a:pathLst>
              <a:path w="899159" h="1280159">
                <a:moveTo>
                  <a:pt x="640079" y="0"/>
                </a:moveTo>
                <a:lnTo>
                  <a:pt x="592086" y="1798"/>
                </a:lnTo>
                <a:lnTo>
                  <a:pt x="544514" y="7161"/>
                </a:lnTo>
                <a:lnTo>
                  <a:pt x="497565" y="16037"/>
                </a:lnTo>
                <a:lnTo>
                  <a:pt x="451441" y="28376"/>
                </a:lnTo>
                <a:lnTo>
                  <a:pt x="406344" y="44129"/>
                </a:lnTo>
                <a:lnTo>
                  <a:pt x="362476" y="63245"/>
                </a:lnTo>
                <a:lnTo>
                  <a:pt x="320039" y="85674"/>
                </a:lnTo>
                <a:lnTo>
                  <a:pt x="279397" y="111238"/>
                </a:lnTo>
                <a:lnTo>
                  <a:pt x="240890" y="139692"/>
                </a:lnTo>
                <a:lnTo>
                  <a:pt x="204670" y="170887"/>
                </a:lnTo>
                <a:lnTo>
                  <a:pt x="170887" y="204670"/>
                </a:lnTo>
                <a:lnTo>
                  <a:pt x="139692" y="240890"/>
                </a:lnTo>
                <a:lnTo>
                  <a:pt x="111238" y="279397"/>
                </a:lnTo>
                <a:lnTo>
                  <a:pt x="85674" y="320039"/>
                </a:lnTo>
                <a:lnTo>
                  <a:pt x="63245" y="362476"/>
                </a:lnTo>
                <a:lnTo>
                  <a:pt x="44129" y="406344"/>
                </a:lnTo>
                <a:lnTo>
                  <a:pt x="28376" y="451441"/>
                </a:lnTo>
                <a:lnTo>
                  <a:pt x="16037" y="497565"/>
                </a:lnTo>
                <a:lnTo>
                  <a:pt x="7161" y="544514"/>
                </a:lnTo>
                <a:lnTo>
                  <a:pt x="1798" y="592086"/>
                </a:lnTo>
                <a:lnTo>
                  <a:pt x="0" y="640079"/>
                </a:lnTo>
                <a:lnTo>
                  <a:pt x="1798" y="688072"/>
                </a:lnTo>
                <a:lnTo>
                  <a:pt x="7161" y="735643"/>
                </a:lnTo>
                <a:lnTo>
                  <a:pt x="16037" y="782590"/>
                </a:lnTo>
                <a:lnTo>
                  <a:pt x="28376" y="828712"/>
                </a:lnTo>
                <a:lnTo>
                  <a:pt x="44129" y="873809"/>
                </a:lnTo>
                <a:lnTo>
                  <a:pt x="63245" y="917679"/>
                </a:lnTo>
                <a:lnTo>
                  <a:pt x="85674" y="960119"/>
                </a:lnTo>
                <a:lnTo>
                  <a:pt x="111238" y="1000757"/>
                </a:lnTo>
                <a:lnTo>
                  <a:pt x="139692" y="1039261"/>
                </a:lnTo>
                <a:lnTo>
                  <a:pt x="170887" y="1075479"/>
                </a:lnTo>
                <a:lnTo>
                  <a:pt x="204670" y="1109260"/>
                </a:lnTo>
                <a:lnTo>
                  <a:pt x="240890" y="1140454"/>
                </a:lnTo>
                <a:lnTo>
                  <a:pt x="279397" y="1168909"/>
                </a:lnTo>
                <a:lnTo>
                  <a:pt x="320039" y="1194473"/>
                </a:lnTo>
                <a:lnTo>
                  <a:pt x="362476" y="1216902"/>
                </a:lnTo>
                <a:lnTo>
                  <a:pt x="406344" y="1236020"/>
                </a:lnTo>
                <a:lnTo>
                  <a:pt x="451441" y="1251775"/>
                </a:lnTo>
                <a:lnTo>
                  <a:pt x="497565" y="1264117"/>
                </a:lnTo>
                <a:lnTo>
                  <a:pt x="544514" y="1272996"/>
                </a:lnTo>
                <a:lnTo>
                  <a:pt x="592086" y="1278360"/>
                </a:lnTo>
                <a:lnTo>
                  <a:pt x="640079" y="1280159"/>
                </a:lnTo>
                <a:lnTo>
                  <a:pt x="688072" y="1278360"/>
                </a:lnTo>
                <a:lnTo>
                  <a:pt x="735643" y="1272996"/>
                </a:lnTo>
                <a:lnTo>
                  <a:pt x="782590" y="1264117"/>
                </a:lnTo>
                <a:lnTo>
                  <a:pt x="828712" y="1251775"/>
                </a:lnTo>
                <a:lnTo>
                  <a:pt x="873809" y="1236020"/>
                </a:lnTo>
                <a:lnTo>
                  <a:pt x="898905" y="1225083"/>
                </a:lnTo>
                <a:lnTo>
                  <a:pt x="898905" y="55065"/>
                </a:lnTo>
                <a:lnTo>
                  <a:pt x="828712" y="28376"/>
                </a:lnTo>
                <a:lnTo>
                  <a:pt x="782590" y="16037"/>
                </a:lnTo>
                <a:lnTo>
                  <a:pt x="735643" y="7161"/>
                </a:lnTo>
                <a:lnTo>
                  <a:pt x="688072" y="1798"/>
                </a:lnTo>
                <a:lnTo>
                  <a:pt x="640079" y="0"/>
                </a:lnTo>
                <a:close/>
              </a:path>
            </a:pathLst>
          </a:custGeom>
          <a:solidFill>
            <a:srgbClr val="30c3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" name="bg object 21" hidden="1"/>
          <p:cNvPicPr/>
          <p:nvPr/>
        </p:nvPicPr>
        <p:blipFill>
          <a:blip r:embed="rId4"/>
          <a:stretch/>
        </p:blipFill>
        <p:spPr>
          <a:xfrm>
            <a:off x="0" y="5789160"/>
            <a:ext cx="633600" cy="106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bg object 22" hidden="1"/>
          <p:cNvSpPr/>
          <p:nvPr/>
        </p:nvSpPr>
        <p:spPr>
          <a:xfrm>
            <a:off x="-2520" y="5806080"/>
            <a:ext cx="596520" cy="1051200"/>
          </a:xfrm>
          <a:custGeom>
            <a:avLst/>
            <a:gdLst>
              <a:gd name="textAreaLeft" fmla="*/ 0 w 596520"/>
              <a:gd name="textAreaRight" fmla="*/ 596880 w 596520"/>
              <a:gd name="textAreaTop" fmla="*/ 0 h 1051200"/>
              <a:gd name="textAreaBottom" fmla="*/ 1051560 h 1051200"/>
            </a:gdLst>
            <a:ahLst/>
            <a:cxnLst/>
            <a:rect l="textAreaLeft" t="textAreaTop" r="textAreaRight" b="textAreaBottom"/>
            <a:pathLst>
              <a:path w="596900" h="1051559">
                <a:moveTo>
                  <a:pt x="48020" y="0"/>
                </a:moveTo>
                <a:lnTo>
                  <a:pt x="0" y="2089"/>
                </a:lnTo>
                <a:lnTo>
                  <a:pt x="2656" y="2089"/>
                </a:lnTo>
                <a:lnTo>
                  <a:pt x="2656" y="1051559"/>
                </a:lnTo>
                <a:lnTo>
                  <a:pt x="266346" y="1051559"/>
                </a:lnTo>
                <a:lnTo>
                  <a:pt x="279718" y="1046024"/>
                </a:lnTo>
                <a:lnTo>
                  <a:pt x="322340" y="1023835"/>
                </a:lnTo>
                <a:lnTo>
                  <a:pt x="362869" y="998007"/>
                </a:lnTo>
                <a:lnTo>
                  <a:pt x="400818" y="968878"/>
                </a:lnTo>
                <a:lnTo>
                  <a:pt x="436009" y="936628"/>
                </a:lnTo>
                <a:lnTo>
                  <a:pt x="468259" y="901438"/>
                </a:lnTo>
                <a:lnTo>
                  <a:pt x="497388" y="863488"/>
                </a:lnTo>
                <a:lnTo>
                  <a:pt x="523216" y="822959"/>
                </a:lnTo>
                <a:lnTo>
                  <a:pt x="545405" y="780337"/>
                </a:lnTo>
                <a:lnTo>
                  <a:pt x="563695" y="736156"/>
                </a:lnTo>
                <a:lnTo>
                  <a:pt x="578026" y="690657"/>
                </a:lnTo>
                <a:lnTo>
                  <a:pt x="588338" y="644079"/>
                </a:lnTo>
                <a:lnTo>
                  <a:pt x="594570" y="596660"/>
                </a:lnTo>
                <a:lnTo>
                  <a:pt x="596660" y="548639"/>
                </a:lnTo>
                <a:lnTo>
                  <a:pt x="594570" y="500619"/>
                </a:lnTo>
                <a:lnTo>
                  <a:pt x="588338" y="453198"/>
                </a:lnTo>
                <a:lnTo>
                  <a:pt x="578026" y="406617"/>
                </a:lnTo>
                <a:lnTo>
                  <a:pt x="563695" y="361117"/>
                </a:lnTo>
                <a:lnTo>
                  <a:pt x="545405" y="316938"/>
                </a:lnTo>
                <a:lnTo>
                  <a:pt x="523216" y="274319"/>
                </a:lnTo>
                <a:lnTo>
                  <a:pt x="497388" y="233787"/>
                </a:lnTo>
                <a:lnTo>
                  <a:pt x="468259" y="195835"/>
                </a:lnTo>
                <a:lnTo>
                  <a:pt x="436009" y="160645"/>
                </a:lnTo>
                <a:lnTo>
                  <a:pt x="400818" y="128395"/>
                </a:lnTo>
                <a:lnTo>
                  <a:pt x="362869" y="99264"/>
                </a:lnTo>
                <a:lnTo>
                  <a:pt x="322340" y="73431"/>
                </a:lnTo>
                <a:lnTo>
                  <a:pt x="279718" y="51243"/>
                </a:lnTo>
                <a:lnTo>
                  <a:pt x="235537" y="32956"/>
                </a:lnTo>
                <a:lnTo>
                  <a:pt x="190038" y="18627"/>
                </a:lnTo>
                <a:lnTo>
                  <a:pt x="143460" y="8318"/>
                </a:lnTo>
                <a:lnTo>
                  <a:pt x="96041" y="2089"/>
                </a:lnTo>
                <a:lnTo>
                  <a:pt x="48020" y="0"/>
                </a:lnTo>
                <a:close/>
              </a:path>
            </a:pathLst>
          </a:custGeom>
          <a:solidFill>
            <a:srgbClr val="3173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bg object 17"/>
          <p:cNvPicPr/>
          <p:nvPr/>
        </p:nvPicPr>
        <p:blipFill>
          <a:blip r:embed="rId5"/>
          <a:stretch/>
        </p:blipFill>
        <p:spPr>
          <a:xfrm>
            <a:off x="10841040" y="0"/>
            <a:ext cx="1350000" cy="12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bg object 18"/>
          <p:cNvSpPr/>
          <p:nvPr/>
        </p:nvSpPr>
        <p:spPr>
          <a:xfrm>
            <a:off x="10881000" y="0"/>
            <a:ext cx="1310400" cy="1234080"/>
          </a:xfrm>
          <a:custGeom>
            <a:avLst/>
            <a:gdLst>
              <a:gd name="textAreaLeft" fmla="*/ 0 w 1310400"/>
              <a:gd name="textAreaRight" fmla="*/ 1310760 w 1310400"/>
              <a:gd name="textAreaTop" fmla="*/ 0 h 1234080"/>
              <a:gd name="textAreaBottom" fmla="*/ 1234440 h 1234080"/>
            </a:gdLst>
            <a:ahLst/>
            <a:cxnLst/>
            <a:rect l="textAreaLeft" t="textAreaTop" r="textAreaRight" b="textAreaBottom"/>
            <a:pathLst>
              <a:path w="1310640" h="1234440">
                <a:moveTo>
                  <a:pt x="1310385" y="0"/>
                </a:moveTo>
                <a:lnTo>
                  <a:pt x="148941" y="0"/>
                </a:lnTo>
                <a:lnTo>
                  <a:pt x="131055" y="24954"/>
                </a:lnTo>
                <a:lnTo>
                  <a:pt x="104038" y="68389"/>
                </a:lnTo>
                <a:lnTo>
                  <a:pt x="80031" y="113383"/>
                </a:lnTo>
                <a:lnTo>
                  <a:pt x="59075" y="159707"/>
                </a:lnTo>
                <a:lnTo>
                  <a:pt x="41216" y="207204"/>
                </a:lnTo>
                <a:lnTo>
                  <a:pt x="26501" y="255719"/>
                </a:lnTo>
                <a:lnTo>
                  <a:pt x="14976" y="305095"/>
                </a:lnTo>
                <a:lnTo>
                  <a:pt x="6686" y="355177"/>
                </a:lnTo>
                <a:lnTo>
                  <a:pt x="1679" y="405807"/>
                </a:lnTo>
                <a:lnTo>
                  <a:pt x="0" y="456831"/>
                </a:lnTo>
                <a:lnTo>
                  <a:pt x="1679" y="507852"/>
                </a:lnTo>
                <a:lnTo>
                  <a:pt x="6686" y="558484"/>
                </a:lnTo>
                <a:lnTo>
                  <a:pt x="14976" y="608577"/>
                </a:lnTo>
                <a:lnTo>
                  <a:pt x="26501" y="657979"/>
                </a:lnTo>
                <a:lnTo>
                  <a:pt x="41216" y="706536"/>
                </a:lnTo>
                <a:lnTo>
                  <a:pt x="59075" y="754099"/>
                </a:lnTo>
                <a:lnTo>
                  <a:pt x="80031" y="800514"/>
                </a:lnTo>
                <a:lnTo>
                  <a:pt x="104038" y="845629"/>
                </a:lnTo>
                <a:lnTo>
                  <a:pt x="131055" y="888943"/>
                </a:lnTo>
                <a:lnTo>
                  <a:pt x="160733" y="930260"/>
                </a:lnTo>
                <a:lnTo>
                  <a:pt x="192968" y="969467"/>
                </a:lnTo>
                <a:lnTo>
                  <a:pt x="227653" y="1006457"/>
                </a:lnTo>
                <a:lnTo>
                  <a:pt x="264684" y="1041118"/>
                </a:lnTo>
                <a:lnTo>
                  <a:pt x="303956" y="1073341"/>
                </a:lnTo>
                <a:lnTo>
                  <a:pt x="345362" y="1103016"/>
                </a:lnTo>
                <a:lnTo>
                  <a:pt x="388797" y="1130033"/>
                </a:lnTo>
                <a:lnTo>
                  <a:pt x="433791" y="1154036"/>
                </a:lnTo>
                <a:lnTo>
                  <a:pt x="480115" y="1174991"/>
                </a:lnTo>
                <a:lnTo>
                  <a:pt x="527612" y="1192849"/>
                </a:lnTo>
                <a:lnTo>
                  <a:pt x="576127" y="1207565"/>
                </a:lnTo>
                <a:lnTo>
                  <a:pt x="625503" y="1219091"/>
                </a:lnTo>
                <a:lnTo>
                  <a:pt x="675585" y="1227382"/>
                </a:lnTo>
                <a:lnTo>
                  <a:pt x="726216" y="1232391"/>
                </a:lnTo>
                <a:lnTo>
                  <a:pt x="777239" y="1234071"/>
                </a:lnTo>
                <a:lnTo>
                  <a:pt x="828260" y="1232391"/>
                </a:lnTo>
                <a:lnTo>
                  <a:pt x="878892" y="1227382"/>
                </a:lnTo>
                <a:lnTo>
                  <a:pt x="928985" y="1219091"/>
                </a:lnTo>
                <a:lnTo>
                  <a:pt x="978387" y="1207565"/>
                </a:lnTo>
                <a:lnTo>
                  <a:pt x="1026945" y="1192849"/>
                </a:lnTo>
                <a:lnTo>
                  <a:pt x="1074507" y="1174991"/>
                </a:lnTo>
                <a:lnTo>
                  <a:pt x="1120922" y="1154036"/>
                </a:lnTo>
                <a:lnTo>
                  <a:pt x="1166037" y="1130033"/>
                </a:lnTo>
                <a:lnTo>
                  <a:pt x="1209352" y="1103016"/>
                </a:lnTo>
                <a:lnTo>
                  <a:pt x="1250668" y="1073341"/>
                </a:lnTo>
                <a:lnTo>
                  <a:pt x="1289876" y="1041118"/>
                </a:lnTo>
                <a:lnTo>
                  <a:pt x="1310385" y="1021900"/>
                </a:lnTo>
                <a:lnTo>
                  <a:pt x="1310385" y="0"/>
                </a:lnTo>
                <a:close/>
              </a:path>
            </a:pathLst>
          </a:custGeom>
          <a:solidFill>
            <a:srgbClr val="3173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" name="bg object 19"/>
          <p:cNvPicPr/>
          <p:nvPr/>
        </p:nvPicPr>
        <p:blipFill>
          <a:blip r:embed="rId6"/>
          <a:stretch/>
        </p:blipFill>
        <p:spPr>
          <a:xfrm>
            <a:off x="11252520" y="5423400"/>
            <a:ext cx="938520" cy="135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bg object 20"/>
          <p:cNvSpPr/>
          <p:nvPr/>
        </p:nvSpPr>
        <p:spPr>
          <a:xfrm>
            <a:off x="11292480" y="5440320"/>
            <a:ext cx="898920" cy="1279800"/>
          </a:xfrm>
          <a:custGeom>
            <a:avLst/>
            <a:gdLst>
              <a:gd name="textAreaLeft" fmla="*/ 0 w 898920"/>
              <a:gd name="textAreaRight" fmla="*/ 899280 w 898920"/>
              <a:gd name="textAreaTop" fmla="*/ 0 h 1279800"/>
              <a:gd name="textAreaBottom" fmla="*/ 1280160 h 1279800"/>
            </a:gdLst>
            <a:ahLst/>
            <a:cxnLst/>
            <a:rect l="textAreaLeft" t="textAreaTop" r="textAreaRight" b="textAreaBottom"/>
            <a:pathLst>
              <a:path w="899159" h="1280159">
                <a:moveTo>
                  <a:pt x="640079" y="0"/>
                </a:moveTo>
                <a:lnTo>
                  <a:pt x="592086" y="1798"/>
                </a:lnTo>
                <a:lnTo>
                  <a:pt x="544514" y="7161"/>
                </a:lnTo>
                <a:lnTo>
                  <a:pt x="497565" y="16037"/>
                </a:lnTo>
                <a:lnTo>
                  <a:pt x="451441" y="28376"/>
                </a:lnTo>
                <a:lnTo>
                  <a:pt x="406344" y="44129"/>
                </a:lnTo>
                <a:lnTo>
                  <a:pt x="362476" y="63245"/>
                </a:lnTo>
                <a:lnTo>
                  <a:pt x="320039" y="85674"/>
                </a:lnTo>
                <a:lnTo>
                  <a:pt x="279397" y="111238"/>
                </a:lnTo>
                <a:lnTo>
                  <a:pt x="240890" y="139692"/>
                </a:lnTo>
                <a:lnTo>
                  <a:pt x="204670" y="170887"/>
                </a:lnTo>
                <a:lnTo>
                  <a:pt x="170887" y="204670"/>
                </a:lnTo>
                <a:lnTo>
                  <a:pt x="139692" y="240890"/>
                </a:lnTo>
                <a:lnTo>
                  <a:pt x="111238" y="279397"/>
                </a:lnTo>
                <a:lnTo>
                  <a:pt x="85674" y="320039"/>
                </a:lnTo>
                <a:lnTo>
                  <a:pt x="63245" y="362476"/>
                </a:lnTo>
                <a:lnTo>
                  <a:pt x="44129" y="406344"/>
                </a:lnTo>
                <a:lnTo>
                  <a:pt x="28376" y="451441"/>
                </a:lnTo>
                <a:lnTo>
                  <a:pt x="16037" y="497565"/>
                </a:lnTo>
                <a:lnTo>
                  <a:pt x="7161" y="544514"/>
                </a:lnTo>
                <a:lnTo>
                  <a:pt x="1798" y="592086"/>
                </a:lnTo>
                <a:lnTo>
                  <a:pt x="0" y="640079"/>
                </a:lnTo>
                <a:lnTo>
                  <a:pt x="1798" y="688072"/>
                </a:lnTo>
                <a:lnTo>
                  <a:pt x="7161" y="735643"/>
                </a:lnTo>
                <a:lnTo>
                  <a:pt x="16037" y="782590"/>
                </a:lnTo>
                <a:lnTo>
                  <a:pt x="28376" y="828712"/>
                </a:lnTo>
                <a:lnTo>
                  <a:pt x="44129" y="873809"/>
                </a:lnTo>
                <a:lnTo>
                  <a:pt x="63245" y="917679"/>
                </a:lnTo>
                <a:lnTo>
                  <a:pt x="85674" y="960119"/>
                </a:lnTo>
                <a:lnTo>
                  <a:pt x="111238" y="1000757"/>
                </a:lnTo>
                <a:lnTo>
                  <a:pt x="139692" y="1039261"/>
                </a:lnTo>
                <a:lnTo>
                  <a:pt x="170887" y="1075479"/>
                </a:lnTo>
                <a:lnTo>
                  <a:pt x="204670" y="1109260"/>
                </a:lnTo>
                <a:lnTo>
                  <a:pt x="240890" y="1140454"/>
                </a:lnTo>
                <a:lnTo>
                  <a:pt x="279397" y="1168909"/>
                </a:lnTo>
                <a:lnTo>
                  <a:pt x="320039" y="1194473"/>
                </a:lnTo>
                <a:lnTo>
                  <a:pt x="362476" y="1216902"/>
                </a:lnTo>
                <a:lnTo>
                  <a:pt x="406344" y="1236020"/>
                </a:lnTo>
                <a:lnTo>
                  <a:pt x="451441" y="1251775"/>
                </a:lnTo>
                <a:lnTo>
                  <a:pt x="497565" y="1264117"/>
                </a:lnTo>
                <a:lnTo>
                  <a:pt x="544514" y="1272996"/>
                </a:lnTo>
                <a:lnTo>
                  <a:pt x="592086" y="1278360"/>
                </a:lnTo>
                <a:lnTo>
                  <a:pt x="640079" y="1280159"/>
                </a:lnTo>
                <a:lnTo>
                  <a:pt x="688072" y="1278360"/>
                </a:lnTo>
                <a:lnTo>
                  <a:pt x="735643" y="1272996"/>
                </a:lnTo>
                <a:lnTo>
                  <a:pt x="782590" y="1264117"/>
                </a:lnTo>
                <a:lnTo>
                  <a:pt x="828712" y="1251775"/>
                </a:lnTo>
                <a:lnTo>
                  <a:pt x="873809" y="1236020"/>
                </a:lnTo>
                <a:lnTo>
                  <a:pt x="898905" y="1225083"/>
                </a:lnTo>
                <a:lnTo>
                  <a:pt x="898905" y="55065"/>
                </a:lnTo>
                <a:lnTo>
                  <a:pt x="828712" y="28376"/>
                </a:lnTo>
                <a:lnTo>
                  <a:pt x="782590" y="16037"/>
                </a:lnTo>
                <a:lnTo>
                  <a:pt x="735643" y="7161"/>
                </a:lnTo>
                <a:lnTo>
                  <a:pt x="688072" y="1798"/>
                </a:lnTo>
                <a:lnTo>
                  <a:pt x="640079" y="0"/>
                </a:lnTo>
                <a:close/>
              </a:path>
            </a:pathLst>
          </a:custGeom>
          <a:solidFill>
            <a:srgbClr val="30c3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bg object 21"/>
          <p:cNvPicPr/>
          <p:nvPr/>
        </p:nvPicPr>
        <p:blipFill>
          <a:blip r:embed="rId7"/>
          <a:stretch/>
        </p:blipFill>
        <p:spPr>
          <a:xfrm>
            <a:off x="0" y="5789160"/>
            <a:ext cx="633600" cy="106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bg object 22"/>
          <p:cNvSpPr/>
          <p:nvPr/>
        </p:nvSpPr>
        <p:spPr>
          <a:xfrm>
            <a:off x="-2520" y="5806080"/>
            <a:ext cx="596520" cy="1051200"/>
          </a:xfrm>
          <a:custGeom>
            <a:avLst/>
            <a:gdLst>
              <a:gd name="textAreaLeft" fmla="*/ 0 w 596520"/>
              <a:gd name="textAreaRight" fmla="*/ 596880 w 596520"/>
              <a:gd name="textAreaTop" fmla="*/ 0 h 1051200"/>
              <a:gd name="textAreaBottom" fmla="*/ 1051560 h 1051200"/>
            </a:gdLst>
            <a:ahLst/>
            <a:cxnLst/>
            <a:rect l="textAreaLeft" t="textAreaTop" r="textAreaRight" b="textAreaBottom"/>
            <a:pathLst>
              <a:path w="596900" h="1051559">
                <a:moveTo>
                  <a:pt x="48020" y="0"/>
                </a:moveTo>
                <a:lnTo>
                  <a:pt x="0" y="2089"/>
                </a:lnTo>
                <a:lnTo>
                  <a:pt x="2656" y="2089"/>
                </a:lnTo>
                <a:lnTo>
                  <a:pt x="2656" y="1051559"/>
                </a:lnTo>
                <a:lnTo>
                  <a:pt x="266346" y="1051559"/>
                </a:lnTo>
                <a:lnTo>
                  <a:pt x="279718" y="1046024"/>
                </a:lnTo>
                <a:lnTo>
                  <a:pt x="322340" y="1023835"/>
                </a:lnTo>
                <a:lnTo>
                  <a:pt x="362869" y="998007"/>
                </a:lnTo>
                <a:lnTo>
                  <a:pt x="400818" y="968878"/>
                </a:lnTo>
                <a:lnTo>
                  <a:pt x="436009" y="936628"/>
                </a:lnTo>
                <a:lnTo>
                  <a:pt x="468259" y="901438"/>
                </a:lnTo>
                <a:lnTo>
                  <a:pt x="497388" y="863488"/>
                </a:lnTo>
                <a:lnTo>
                  <a:pt x="523216" y="822959"/>
                </a:lnTo>
                <a:lnTo>
                  <a:pt x="545405" y="780337"/>
                </a:lnTo>
                <a:lnTo>
                  <a:pt x="563695" y="736156"/>
                </a:lnTo>
                <a:lnTo>
                  <a:pt x="578026" y="690657"/>
                </a:lnTo>
                <a:lnTo>
                  <a:pt x="588338" y="644079"/>
                </a:lnTo>
                <a:lnTo>
                  <a:pt x="594570" y="596660"/>
                </a:lnTo>
                <a:lnTo>
                  <a:pt x="596660" y="548639"/>
                </a:lnTo>
                <a:lnTo>
                  <a:pt x="594570" y="500619"/>
                </a:lnTo>
                <a:lnTo>
                  <a:pt x="588338" y="453198"/>
                </a:lnTo>
                <a:lnTo>
                  <a:pt x="578026" y="406617"/>
                </a:lnTo>
                <a:lnTo>
                  <a:pt x="563695" y="361117"/>
                </a:lnTo>
                <a:lnTo>
                  <a:pt x="545405" y="316938"/>
                </a:lnTo>
                <a:lnTo>
                  <a:pt x="523216" y="274319"/>
                </a:lnTo>
                <a:lnTo>
                  <a:pt x="497388" y="233787"/>
                </a:lnTo>
                <a:lnTo>
                  <a:pt x="468259" y="195835"/>
                </a:lnTo>
                <a:lnTo>
                  <a:pt x="436009" y="160645"/>
                </a:lnTo>
                <a:lnTo>
                  <a:pt x="400818" y="128395"/>
                </a:lnTo>
                <a:lnTo>
                  <a:pt x="362869" y="99264"/>
                </a:lnTo>
                <a:lnTo>
                  <a:pt x="322340" y="73431"/>
                </a:lnTo>
                <a:lnTo>
                  <a:pt x="279718" y="51243"/>
                </a:lnTo>
                <a:lnTo>
                  <a:pt x="235537" y="32956"/>
                </a:lnTo>
                <a:lnTo>
                  <a:pt x="190038" y="18627"/>
                </a:lnTo>
                <a:lnTo>
                  <a:pt x="143460" y="8318"/>
                </a:lnTo>
                <a:lnTo>
                  <a:pt x="96041" y="2089"/>
                </a:lnTo>
                <a:lnTo>
                  <a:pt x="48020" y="0"/>
                </a:lnTo>
                <a:close/>
              </a:path>
            </a:pathLst>
          </a:custGeom>
          <a:solidFill>
            <a:srgbClr val="3173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717120" y="443520"/>
            <a:ext cx="4154400" cy="4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IN" sz="2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2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5303160" cy="235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278760" y="1577520"/>
            <a:ext cx="5303160" cy="235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7"/>
          </p:nvPr>
        </p:nvSpPr>
        <p:spPr>
          <a:xfrm>
            <a:off x="735840" y="6512400"/>
            <a:ext cx="333648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12600" indent="0">
              <a:lnSpc>
                <a:spcPct val="100000"/>
              </a:lnSpc>
              <a:spcBef>
                <a:spcPts val="45"/>
              </a:spcBef>
              <a:buNone/>
            </a:pP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&lt;footer&gt;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dt" idx="8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9"/>
          </p:nvPr>
        </p:nvSpPr>
        <p:spPr>
          <a:xfrm>
            <a:off x="5128560" y="6512400"/>
            <a:ext cx="33984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6336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63360" indent="0">
              <a:lnSpc>
                <a:spcPct val="100000"/>
              </a:lnSpc>
              <a:spcBef>
                <a:spcPts val="45"/>
              </a:spcBef>
              <a:buNone/>
            </a:pPr>
            <a:fld id="{C5BBF6AB-B249-4EF0-A782-FC19085A0A85}" type="slidenum"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&lt;number&gt;</a:t>
            </a:fld>
            <a:r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/7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" name="bg object 17"/>
          <p:cNvPicPr/>
          <p:nvPr/>
        </p:nvPicPr>
        <p:blipFill>
          <a:blip r:embed="rId2"/>
          <a:stretch/>
        </p:blipFill>
        <p:spPr>
          <a:xfrm>
            <a:off x="10841040" y="0"/>
            <a:ext cx="1350000" cy="12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bg object 18"/>
          <p:cNvSpPr/>
          <p:nvPr/>
        </p:nvSpPr>
        <p:spPr>
          <a:xfrm>
            <a:off x="10881000" y="0"/>
            <a:ext cx="1310400" cy="1234080"/>
          </a:xfrm>
          <a:custGeom>
            <a:avLst/>
            <a:gdLst>
              <a:gd name="textAreaLeft" fmla="*/ 0 w 1310400"/>
              <a:gd name="textAreaRight" fmla="*/ 1310760 w 1310400"/>
              <a:gd name="textAreaTop" fmla="*/ 0 h 1234080"/>
              <a:gd name="textAreaBottom" fmla="*/ 1234440 h 1234080"/>
            </a:gdLst>
            <a:ahLst/>
            <a:cxnLst/>
            <a:rect l="textAreaLeft" t="textAreaTop" r="textAreaRight" b="textAreaBottom"/>
            <a:pathLst>
              <a:path w="1310640" h="1234440">
                <a:moveTo>
                  <a:pt x="1310385" y="0"/>
                </a:moveTo>
                <a:lnTo>
                  <a:pt x="148941" y="0"/>
                </a:lnTo>
                <a:lnTo>
                  <a:pt x="131055" y="24954"/>
                </a:lnTo>
                <a:lnTo>
                  <a:pt x="104038" y="68389"/>
                </a:lnTo>
                <a:lnTo>
                  <a:pt x="80031" y="113383"/>
                </a:lnTo>
                <a:lnTo>
                  <a:pt x="59075" y="159707"/>
                </a:lnTo>
                <a:lnTo>
                  <a:pt x="41216" y="207204"/>
                </a:lnTo>
                <a:lnTo>
                  <a:pt x="26501" y="255719"/>
                </a:lnTo>
                <a:lnTo>
                  <a:pt x="14976" y="305095"/>
                </a:lnTo>
                <a:lnTo>
                  <a:pt x="6686" y="355177"/>
                </a:lnTo>
                <a:lnTo>
                  <a:pt x="1679" y="405807"/>
                </a:lnTo>
                <a:lnTo>
                  <a:pt x="0" y="456831"/>
                </a:lnTo>
                <a:lnTo>
                  <a:pt x="1679" y="507852"/>
                </a:lnTo>
                <a:lnTo>
                  <a:pt x="6686" y="558484"/>
                </a:lnTo>
                <a:lnTo>
                  <a:pt x="14976" y="608577"/>
                </a:lnTo>
                <a:lnTo>
                  <a:pt x="26501" y="657979"/>
                </a:lnTo>
                <a:lnTo>
                  <a:pt x="41216" y="706536"/>
                </a:lnTo>
                <a:lnTo>
                  <a:pt x="59075" y="754099"/>
                </a:lnTo>
                <a:lnTo>
                  <a:pt x="80031" y="800514"/>
                </a:lnTo>
                <a:lnTo>
                  <a:pt x="104038" y="845629"/>
                </a:lnTo>
                <a:lnTo>
                  <a:pt x="131055" y="888943"/>
                </a:lnTo>
                <a:lnTo>
                  <a:pt x="160733" y="930260"/>
                </a:lnTo>
                <a:lnTo>
                  <a:pt x="192968" y="969467"/>
                </a:lnTo>
                <a:lnTo>
                  <a:pt x="227653" y="1006457"/>
                </a:lnTo>
                <a:lnTo>
                  <a:pt x="264684" y="1041118"/>
                </a:lnTo>
                <a:lnTo>
                  <a:pt x="303956" y="1073341"/>
                </a:lnTo>
                <a:lnTo>
                  <a:pt x="345362" y="1103016"/>
                </a:lnTo>
                <a:lnTo>
                  <a:pt x="388797" y="1130033"/>
                </a:lnTo>
                <a:lnTo>
                  <a:pt x="433791" y="1154036"/>
                </a:lnTo>
                <a:lnTo>
                  <a:pt x="480115" y="1174991"/>
                </a:lnTo>
                <a:lnTo>
                  <a:pt x="527612" y="1192849"/>
                </a:lnTo>
                <a:lnTo>
                  <a:pt x="576127" y="1207565"/>
                </a:lnTo>
                <a:lnTo>
                  <a:pt x="625503" y="1219091"/>
                </a:lnTo>
                <a:lnTo>
                  <a:pt x="675585" y="1227382"/>
                </a:lnTo>
                <a:lnTo>
                  <a:pt x="726216" y="1232391"/>
                </a:lnTo>
                <a:lnTo>
                  <a:pt x="777239" y="1234071"/>
                </a:lnTo>
                <a:lnTo>
                  <a:pt x="828260" y="1232391"/>
                </a:lnTo>
                <a:lnTo>
                  <a:pt x="878892" y="1227382"/>
                </a:lnTo>
                <a:lnTo>
                  <a:pt x="928985" y="1219091"/>
                </a:lnTo>
                <a:lnTo>
                  <a:pt x="978387" y="1207565"/>
                </a:lnTo>
                <a:lnTo>
                  <a:pt x="1026945" y="1192849"/>
                </a:lnTo>
                <a:lnTo>
                  <a:pt x="1074507" y="1174991"/>
                </a:lnTo>
                <a:lnTo>
                  <a:pt x="1120922" y="1154036"/>
                </a:lnTo>
                <a:lnTo>
                  <a:pt x="1166037" y="1130033"/>
                </a:lnTo>
                <a:lnTo>
                  <a:pt x="1209352" y="1103016"/>
                </a:lnTo>
                <a:lnTo>
                  <a:pt x="1250668" y="1073341"/>
                </a:lnTo>
                <a:lnTo>
                  <a:pt x="1289876" y="1041118"/>
                </a:lnTo>
                <a:lnTo>
                  <a:pt x="1310385" y="1021900"/>
                </a:lnTo>
                <a:lnTo>
                  <a:pt x="1310385" y="0"/>
                </a:lnTo>
                <a:close/>
              </a:path>
            </a:pathLst>
          </a:custGeom>
          <a:solidFill>
            <a:srgbClr val="3173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bg object 19"/>
          <p:cNvPicPr/>
          <p:nvPr/>
        </p:nvPicPr>
        <p:blipFill>
          <a:blip r:embed="rId3"/>
          <a:stretch/>
        </p:blipFill>
        <p:spPr>
          <a:xfrm>
            <a:off x="11252520" y="5423400"/>
            <a:ext cx="938520" cy="135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bg object 20"/>
          <p:cNvSpPr/>
          <p:nvPr/>
        </p:nvSpPr>
        <p:spPr>
          <a:xfrm>
            <a:off x="11292480" y="5440320"/>
            <a:ext cx="898920" cy="1279800"/>
          </a:xfrm>
          <a:custGeom>
            <a:avLst/>
            <a:gdLst>
              <a:gd name="textAreaLeft" fmla="*/ 0 w 898920"/>
              <a:gd name="textAreaRight" fmla="*/ 899280 w 898920"/>
              <a:gd name="textAreaTop" fmla="*/ 0 h 1279800"/>
              <a:gd name="textAreaBottom" fmla="*/ 1280160 h 1279800"/>
            </a:gdLst>
            <a:ahLst/>
            <a:cxnLst/>
            <a:rect l="textAreaLeft" t="textAreaTop" r="textAreaRight" b="textAreaBottom"/>
            <a:pathLst>
              <a:path w="899159" h="1280159">
                <a:moveTo>
                  <a:pt x="640079" y="0"/>
                </a:moveTo>
                <a:lnTo>
                  <a:pt x="592086" y="1798"/>
                </a:lnTo>
                <a:lnTo>
                  <a:pt x="544514" y="7161"/>
                </a:lnTo>
                <a:lnTo>
                  <a:pt x="497565" y="16037"/>
                </a:lnTo>
                <a:lnTo>
                  <a:pt x="451441" y="28376"/>
                </a:lnTo>
                <a:lnTo>
                  <a:pt x="406344" y="44129"/>
                </a:lnTo>
                <a:lnTo>
                  <a:pt x="362476" y="63245"/>
                </a:lnTo>
                <a:lnTo>
                  <a:pt x="320039" y="85674"/>
                </a:lnTo>
                <a:lnTo>
                  <a:pt x="279397" y="111238"/>
                </a:lnTo>
                <a:lnTo>
                  <a:pt x="240890" y="139692"/>
                </a:lnTo>
                <a:lnTo>
                  <a:pt x="204670" y="170887"/>
                </a:lnTo>
                <a:lnTo>
                  <a:pt x="170887" y="204670"/>
                </a:lnTo>
                <a:lnTo>
                  <a:pt x="139692" y="240890"/>
                </a:lnTo>
                <a:lnTo>
                  <a:pt x="111238" y="279397"/>
                </a:lnTo>
                <a:lnTo>
                  <a:pt x="85674" y="320039"/>
                </a:lnTo>
                <a:lnTo>
                  <a:pt x="63245" y="362476"/>
                </a:lnTo>
                <a:lnTo>
                  <a:pt x="44129" y="406344"/>
                </a:lnTo>
                <a:lnTo>
                  <a:pt x="28376" y="451441"/>
                </a:lnTo>
                <a:lnTo>
                  <a:pt x="16037" y="497565"/>
                </a:lnTo>
                <a:lnTo>
                  <a:pt x="7161" y="544514"/>
                </a:lnTo>
                <a:lnTo>
                  <a:pt x="1798" y="592086"/>
                </a:lnTo>
                <a:lnTo>
                  <a:pt x="0" y="640079"/>
                </a:lnTo>
                <a:lnTo>
                  <a:pt x="1798" y="688072"/>
                </a:lnTo>
                <a:lnTo>
                  <a:pt x="7161" y="735643"/>
                </a:lnTo>
                <a:lnTo>
                  <a:pt x="16037" y="782590"/>
                </a:lnTo>
                <a:lnTo>
                  <a:pt x="28376" y="828712"/>
                </a:lnTo>
                <a:lnTo>
                  <a:pt x="44129" y="873809"/>
                </a:lnTo>
                <a:lnTo>
                  <a:pt x="63245" y="917679"/>
                </a:lnTo>
                <a:lnTo>
                  <a:pt x="85674" y="960119"/>
                </a:lnTo>
                <a:lnTo>
                  <a:pt x="111238" y="1000757"/>
                </a:lnTo>
                <a:lnTo>
                  <a:pt x="139692" y="1039261"/>
                </a:lnTo>
                <a:lnTo>
                  <a:pt x="170887" y="1075479"/>
                </a:lnTo>
                <a:lnTo>
                  <a:pt x="204670" y="1109260"/>
                </a:lnTo>
                <a:lnTo>
                  <a:pt x="240890" y="1140454"/>
                </a:lnTo>
                <a:lnTo>
                  <a:pt x="279397" y="1168909"/>
                </a:lnTo>
                <a:lnTo>
                  <a:pt x="320039" y="1194473"/>
                </a:lnTo>
                <a:lnTo>
                  <a:pt x="362476" y="1216902"/>
                </a:lnTo>
                <a:lnTo>
                  <a:pt x="406344" y="1236020"/>
                </a:lnTo>
                <a:lnTo>
                  <a:pt x="451441" y="1251775"/>
                </a:lnTo>
                <a:lnTo>
                  <a:pt x="497565" y="1264117"/>
                </a:lnTo>
                <a:lnTo>
                  <a:pt x="544514" y="1272996"/>
                </a:lnTo>
                <a:lnTo>
                  <a:pt x="592086" y="1278360"/>
                </a:lnTo>
                <a:lnTo>
                  <a:pt x="640079" y="1280159"/>
                </a:lnTo>
                <a:lnTo>
                  <a:pt x="688072" y="1278360"/>
                </a:lnTo>
                <a:lnTo>
                  <a:pt x="735643" y="1272996"/>
                </a:lnTo>
                <a:lnTo>
                  <a:pt x="782590" y="1264117"/>
                </a:lnTo>
                <a:lnTo>
                  <a:pt x="828712" y="1251775"/>
                </a:lnTo>
                <a:lnTo>
                  <a:pt x="873809" y="1236020"/>
                </a:lnTo>
                <a:lnTo>
                  <a:pt x="898905" y="1225083"/>
                </a:lnTo>
                <a:lnTo>
                  <a:pt x="898905" y="55065"/>
                </a:lnTo>
                <a:lnTo>
                  <a:pt x="828712" y="28376"/>
                </a:lnTo>
                <a:lnTo>
                  <a:pt x="782590" y="16037"/>
                </a:lnTo>
                <a:lnTo>
                  <a:pt x="735643" y="7161"/>
                </a:lnTo>
                <a:lnTo>
                  <a:pt x="688072" y="1798"/>
                </a:lnTo>
                <a:lnTo>
                  <a:pt x="640079" y="0"/>
                </a:lnTo>
                <a:close/>
              </a:path>
            </a:pathLst>
          </a:custGeom>
          <a:solidFill>
            <a:srgbClr val="30c3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bg object 21"/>
          <p:cNvPicPr/>
          <p:nvPr/>
        </p:nvPicPr>
        <p:blipFill>
          <a:blip r:embed="rId4"/>
          <a:stretch/>
        </p:blipFill>
        <p:spPr>
          <a:xfrm>
            <a:off x="0" y="5789160"/>
            <a:ext cx="633600" cy="106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bg object 22"/>
          <p:cNvSpPr/>
          <p:nvPr/>
        </p:nvSpPr>
        <p:spPr>
          <a:xfrm>
            <a:off x="-2520" y="5806080"/>
            <a:ext cx="596520" cy="1051200"/>
          </a:xfrm>
          <a:custGeom>
            <a:avLst/>
            <a:gdLst>
              <a:gd name="textAreaLeft" fmla="*/ 0 w 596520"/>
              <a:gd name="textAreaRight" fmla="*/ 596880 w 596520"/>
              <a:gd name="textAreaTop" fmla="*/ 0 h 1051200"/>
              <a:gd name="textAreaBottom" fmla="*/ 1051560 h 1051200"/>
            </a:gdLst>
            <a:ahLst/>
            <a:cxnLst/>
            <a:rect l="textAreaLeft" t="textAreaTop" r="textAreaRight" b="textAreaBottom"/>
            <a:pathLst>
              <a:path w="596900" h="1051559">
                <a:moveTo>
                  <a:pt x="48020" y="0"/>
                </a:moveTo>
                <a:lnTo>
                  <a:pt x="0" y="2089"/>
                </a:lnTo>
                <a:lnTo>
                  <a:pt x="2656" y="2089"/>
                </a:lnTo>
                <a:lnTo>
                  <a:pt x="2656" y="1051559"/>
                </a:lnTo>
                <a:lnTo>
                  <a:pt x="266346" y="1051559"/>
                </a:lnTo>
                <a:lnTo>
                  <a:pt x="279718" y="1046024"/>
                </a:lnTo>
                <a:lnTo>
                  <a:pt x="322340" y="1023835"/>
                </a:lnTo>
                <a:lnTo>
                  <a:pt x="362869" y="998007"/>
                </a:lnTo>
                <a:lnTo>
                  <a:pt x="400818" y="968878"/>
                </a:lnTo>
                <a:lnTo>
                  <a:pt x="436009" y="936628"/>
                </a:lnTo>
                <a:lnTo>
                  <a:pt x="468259" y="901438"/>
                </a:lnTo>
                <a:lnTo>
                  <a:pt x="497388" y="863488"/>
                </a:lnTo>
                <a:lnTo>
                  <a:pt x="523216" y="822959"/>
                </a:lnTo>
                <a:lnTo>
                  <a:pt x="545405" y="780337"/>
                </a:lnTo>
                <a:lnTo>
                  <a:pt x="563695" y="736156"/>
                </a:lnTo>
                <a:lnTo>
                  <a:pt x="578026" y="690657"/>
                </a:lnTo>
                <a:lnTo>
                  <a:pt x="588338" y="644079"/>
                </a:lnTo>
                <a:lnTo>
                  <a:pt x="594570" y="596660"/>
                </a:lnTo>
                <a:lnTo>
                  <a:pt x="596660" y="548639"/>
                </a:lnTo>
                <a:lnTo>
                  <a:pt x="594570" y="500619"/>
                </a:lnTo>
                <a:lnTo>
                  <a:pt x="588338" y="453198"/>
                </a:lnTo>
                <a:lnTo>
                  <a:pt x="578026" y="406617"/>
                </a:lnTo>
                <a:lnTo>
                  <a:pt x="563695" y="361117"/>
                </a:lnTo>
                <a:lnTo>
                  <a:pt x="545405" y="316938"/>
                </a:lnTo>
                <a:lnTo>
                  <a:pt x="523216" y="274319"/>
                </a:lnTo>
                <a:lnTo>
                  <a:pt x="497388" y="233787"/>
                </a:lnTo>
                <a:lnTo>
                  <a:pt x="468259" y="195835"/>
                </a:lnTo>
                <a:lnTo>
                  <a:pt x="436009" y="160645"/>
                </a:lnTo>
                <a:lnTo>
                  <a:pt x="400818" y="128395"/>
                </a:lnTo>
                <a:lnTo>
                  <a:pt x="362869" y="99264"/>
                </a:lnTo>
                <a:lnTo>
                  <a:pt x="322340" y="73431"/>
                </a:lnTo>
                <a:lnTo>
                  <a:pt x="279718" y="51243"/>
                </a:lnTo>
                <a:lnTo>
                  <a:pt x="235537" y="32956"/>
                </a:lnTo>
                <a:lnTo>
                  <a:pt x="190038" y="18627"/>
                </a:lnTo>
                <a:lnTo>
                  <a:pt x="143460" y="8318"/>
                </a:lnTo>
                <a:lnTo>
                  <a:pt x="96041" y="2089"/>
                </a:lnTo>
                <a:lnTo>
                  <a:pt x="48020" y="0"/>
                </a:lnTo>
                <a:close/>
              </a:path>
            </a:pathLst>
          </a:custGeom>
          <a:solidFill>
            <a:srgbClr val="3173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17120" y="443520"/>
            <a:ext cx="4154400" cy="4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IN" sz="2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2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10"/>
          </p:nvPr>
        </p:nvSpPr>
        <p:spPr>
          <a:xfrm>
            <a:off x="735840" y="6512400"/>
            <a:ext cx="333648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12600" indent="0">
              <a:lnSpc>
                <a:spcPct val="100000"/>
              </a:lnSpc>
              <a:spcBef>
                <a:spcPts val="45"/>
              </a:spcBef>
              <a:buNone/>
            </a:pP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&lt;footer&gt;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11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12"/>
          </p:nvPr>
        </p:nvSpPr>
        <p:spPr>
          <a:xfrm>
            <a:off x="5128560" y="6512400"/>
            <a:ext cx="33984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6336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63360" indent="0">
              <a:lnSpc>
                <a:spcPct val="100000"/>
              </a:lnSpc>
              <a:spcBef>
                <a:spcPts val="45"/>
              </a:spcBef>
              <a:buNone/>
            </a:pPr>
            <a:fld id="{E90254EA-88F4-4899-AB90-66F82D3F1FBA}" type="slidenum"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&lt;number&gt;</a:t>
            </a:fld>
            <a:r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/7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bg object 16" hidden="1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" name="bg object 17" hidden="1"/>
          <p:cNvPicPr/>
          <p:nvPr/>
        </p:nvPicPr>
        <p:blipFill>
          <a:blip r:embed="rId2"/>
          <a:stretch/>
        </p:blipFill>
        <p:spPr>
          <a:xfrm>
            <a:off x="10841040" y="0"/>
            <a:ext cx="1350000" cy="12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bg object 18" hidden="1"/>
          <p:cNvSpPr/>
          <p:nvPr/>
        </p:nvSpPr>
        <p:spPr>
          <a:xfrm>
            <a:off x="10881000" y="0"/>
            <a:ext cx="1310400" cy="1234080"/>
          </a:xfrm>
          <a:custGeom>
            <a:avLst/>
            <a:gdLst>
              <a:gd name="textAreaLeft" fmla="*/ 0 w 1310400"/>
              <a:gd name="textAreaRight" fmla="*/ 1310760 w 1310400"/>
              <a:gd name="textAreaTop" fmla="*/ 0 h 1234080"/>
              <a:gd name="textAreaBottom" fmla="*/ 1234440 h 1234080"/>
            </a:gdLst>
            <a:ahLst/>
            <a:cxnLst/>
            <a:rect l="textAreaLeft" t="textAreaTop" r="textAreaRight" b="textAreaBottom"/>
            <a:pathLst>
              <a:path w="1310640" h="1234440">
                <a:moveTo>
                  <a:pt x="1310385" y="0"/>
                </a:moveTo>
                <a:lnTo>
                  <a:pt x="148941" y="0"/>
                </a:lnTo>
                <a:lnTo>
                  <a:pt x="131055" y="24954"/>
                </a:lnTo>
                <a:lnTo>
                  <a:pt x="104038" y="68389"/>
                </a:lnTo>
                <a:lnTo>
                  <a:pt x="80031" y="113383"/>
                </a:lnTo>
                <a:lnTo>
                  <a:pt x="59075" y="159707"/>
                </a:lnTo>
                <a:lnTo>
                  <a:pt x="41216" y="207204"/>
                </a:lnTo>
                <a:lnTo>
                  <a:pt x="26501" y="255719"/>
                </a:lnTo>
                <a:lnTo>
                  <a:pt x="14976" y="305095"/>
                </a:lnTo>
                <a:lnTo>
                  <a:pt x="6686" y="355177"/>
                </a:lnTo>
                <a:lnTo>
                  <a:pt x="1679" y="405807"/>
                </a:lnTo>
                <a:lnTo>
                  <a:pt x="0" y="456831"/>
                </a:lnTo>
                <a:lnTo>
                  <a:pt x="1679" y="507852"/>
                </a:lnTo>
                <a:lnTo>
                  <a:pt x="6686" y="558484"/>
                </a:lnTo>
                <a:lnTo>
                  <a:pt x="14976" y="608577"/>
                </a:lnTo>
                <a:lnTo>
                  <a:pt x="26501" y="657979"/>
                </a:lnTo>
                <a:lnTo>
                  <a:pt x="41216" y="706536"/>
                </a:lnTo>
                <a:lnTo>
                  <a:pt x="59075" y="754099"/>
                </a:lnTo>
                <a:lnTo>
                  <a:pt x="80031" y="800514"/>
                </a:lnTo>
                <a:lnTo>
                  <a:pt x="104038" y="845629"/>
                </a:lnTo>
                <a:lnTo>
                  <a:pt x="131055" y="888943"/>
                </a:lnTo>
                <a:lnTo>
                  <a:pt x="160733" y="930260"/>
                </a:lnTo>
                <a:lnTo>
                  <a:pt x="192968" y="969467"/>
                </a:lnTo>
                <a:lnTo>
                  <a:pt x="227653" y="1006457"/>
                </a:lnTo>
                <a:lnTo>
                  <a:pt x="264684" y="1041118"/>
                </a:lnTo>
                <a:lnTo>
                  <a:pt x="303956" y="1073341"/>
                </a:lnTo>
                <a:lnTo>
                  <a:pt x="345362" y="1103016"/>
                </a:lnTo>
                <a:lnTo>
                  <a:pt x="388797" y="1130033"/>
                </a:lnTo>
                <a:lnTo>
                  <a:pt x="433791" y="1154036"/>
                </a:lnTo>
                <a:lnTo>
                  <a:pt x="480115" y="1174991"/>
                </a:lnTo>
                <a:lnTo>
                  <a:pt x="527612" y="1192849"/>
                </a:lnTo>
                <a:lnTo>
                  <a:pt x="576127" y="1207565"/>
                </a:lnTo>
                <a:lnTo>
                  <a:pt x="625503" y="1219091"/>
                </a:lnTo>
                <a:lnTo>
                  <a:pt x="675585" y="1227382"/>
                </a:lnTo>
                <a:lnTo>
                  <a:pt x="726216" y="1232391"/>
                </a:lnTo>
                <a:lnTo>
                  <a:pt x="777239" y="1234071"/>
                </a:lnTo>
                <a:lnTo>
                  <a:pt x="828260" y="1232391"/>
                </a:lnTo>
                <a:lnTo>
                  <a:pt x="878892" y="1227382"/>
                </a:lnTo>
                <a:lnTo>
                  <a:pt x="928985" y="1219091"/>
                </a:lnTo>
                <a:lnTo>
                  <a:pt x="978387" y="1207565"/>
                </a:lnTo>
                <a:lnTo>
                  <a:pt x="1026945" y="1192849"/>
                </a:lnTo>
                <a:lnTo>
                  <a:pt x="1074507" y="1174991"/>
                </a:lnTo>
                <a:lnTo>
                  <a:pt x="1120922" y="1154036"/>
                </a:lnTo>
                <a:lnTo>
                  <a:pt x="1166037" y="1130033"/>
                </a:lnTo>
                <a:lnTo>
                  <a:pt x="1209352" y="1103016"/>
                </a:lnTo>
                <a:lnTo>
                  <a:pt x="1250668" y="1073341"/>
                </a:lnTo>
                <a:lnTo>
                  <a:pt x="1289876" y="1041118"/>
                </a:lnTo>
                <a:lnTo>
                  <a:pt x="1310385" y="1021900"/>
                </a:lnTo>
                <a:lnTo>
                  <a:pt x="1310385" y="0"/>
                </a:lnTo>
                <a:close/>
              </a:path>
            </a:pathLst>
          </a:custGeom>
          <a:solidFill>
            <a:srgbClr val="3173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" name="bg object 19" hidden="1"/>
          <p:cNvPicPr/>
          <p:nvPr/>
        </p:nvPicPr>
        <p:blipFill>
          <a:blip r:embed="rId3"/>
          <a:stretch/>
        </p:blipFill>
        <p:spPr>
          <a:xfrm>
            <a:off x="11252520" y="5423400"/>
            <a:ext cx="938520" cy="135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bg object 20" hidden="1"/>
          <p:cNvSpPr/>
          <p:nvPr/>
        </p:nvSpPr>
        <p:spPr>
          <a:xfrm>
            <a:off x="11292480" y="5440320"/>
            <a:ext cx="898920" cy="1279800"/>
          </a:xfrm>
          <a:custGeom>
            <a:avLst/>
            <a:gdLst>
              <a:gd name="textAreaLeft" fmla="*/ 0 w 898920"/>
              <a:gd name="textAreaRight" fmla="*/ 899280 w 898920"/>
              <a:gd name="textAreaTop" fmla="*/ 0 h 1279800"/>
              <a:gd name="textAreaBottom" fmla="*/ 1280160 h 1279800"/>
            </a:gdLst>
            <a:ahLst/>
            <a:cxnLst/>
            <a:rect l="textAreaLeft" t="textAreaTop" r="textAreaRight" b="textAreaBottom"/>
            <a:pathLst>
              <a:path w="899159" h="1280159">
                <a:moveTo>
                  <a:pt x="640079" y="0"/>
                </a:moveTo>
                <a:lnTo>
                  <a:pt x="592086" y="1798"/>
                </a:lnTo>
                <a:lnTo>
                  <a:pt x="544514" y="7161"/>
                </a:lnTo>
                <a:lnTo>
                  <a:pt x="497565" y="16037"/>
                </a:lnTo>
                <a:lnTo>
                  <a:pt x="451441" y="28376"/>
                </a:lnTo>
                <a:lnTo>
                  <a:pt x="406344" y="44129"/>
                </a:lnTo>
                <a:lnTo>
                  <a:pt x="362476" y="63245"/>
                </a:lnTo>
                <a:lnTo>
                  <a:pt x="320039" y="85674"/>
                </a:lnTo>
                <a:lnTo>
                  <a:pt x="279397" y="111238"/>
                </a:lnTo>
                <a:lnTo>
                  <a:pt x="240890" y="139692"/>
                </a:lnTo>
                <a:lnTo>
                  <a:pt x="204670" y="170887"/>
                </a:lnTo>
                <a:lnTo>
                  <a:pt x="170887" y="204670"/>
                </a:lnTo>
                <a:lnTo>
                  <a:pt x="139692" y="240890"/>
                </a:lnTo>
                <a:lnTo>
                  <a:pt x="111238" y="279397"/>
                </a:lnTo>
                <a:lnTo>
                  <a:pt x="85674" y="320039"/>
                </a:lnTo>
                <a:lnTo>
                  <a:pt x="63245" y="362476"/>
                </a:lnTo>
                <a:lnTo>
                  <a:pt x="44129" y="406344"/>
                </a:lnTo>
                <a:lnTo>
                  <a:pt x="28376" y="451441"/>
                </a:lnTo>
                <a:lnTo>
                  <a:pt x="16037" y="497565"/>
                </a:lnTo>
                <a:lnTo>
                  <a:pt x="7161" y="544514"/>
                </a:lnTo>
                <a:lnTo>
                  <a:pt x="1798" y="592086"/>
                </a:lnTo>
                <a:lnTo>
                  <a:pt x="0" y="640079"/>
                </a:lnTo>
                <a:lnTo>
                  <a:pt x="1798" y="688072"/>
                </a:lnTo>
                <a:lnTo>
                  <a:pt x="7161" y="735643"/>
                </a:lnTo>
                <a:lnTo>
                  <a:pt x="16037" y="782590"/>
                </a:lnTo>
                <a:lnTo>
                  <a:pt x="28376" y="828712"/>
                </a:lnTo>
                <a:lnTo>
                  <a:pt x="44129" y="873809"/>
                </a:lnTo>
                <a:lnTo>
                  <a:pt x="63245" y="917679"/>
                </a:lnTo>
                <a:lnTo>
                  <a:pt x="85674" y="960119"/>
                </a:lnTo>
                <a:lnTo>
                  <a:pt x="111238" y="1000757"/>
                </a:lnTo>
                <a:lnTo>
                  <a:pt x="139692" y="1039261"/>
                </a:lnTo>
                <a:lnTo>
                  <a:pt x="170887" y="1075479"/>
                </a:lnTo>
                <a:lnTo>
                  <a:pt x="204670" y="1109260"/>
                </a:lnTo>
                <a:lnTo>
                  <a:pt x="240890" y="1140454"/>
                </a:lnTo>
                <a:lnTo>
                  <a:pt x="279397" y="1168909"/>
                </a:lnTo>
                <a:lnTo>
                  <a:pt x="320039" y="1194473"/>
                </a:lnTo>
                <a:lnTo>
                  <a:pt x="362476" y="1216902"/>
                </a:lnTo>
                <a:lnTo>
                  <a:pt x="406344" y="1236020"/>
                </a:lnTo>
                <a:lnTo>
                  <a:pt x="451441" y="1251775"/>
                </a:lnTo>
                <a:lnTo>
                  <a:pt x="497565" y="1264117"/>
                </a:lnTo>
                <a:lnTo>
                  <a:pt x="544514" y="1272996"/>
                </a:lnTo>
                <a:lnTo>
                  <a:pt x="592086" y="1278360"/>
                </a:lnTo>
                <a:lnTo>
                  <a:pt x="640079" y="1280159"/>
                </a:lnTo>
                <a:lnTo>
                  <a:pt x="688072" y="1278360"/>
                </a:lnTo>
                <a:lnTo>
                  <a:pt x="735643" y="1272996"/>
                </a:lnTo>
                <a:lnTo>
                  <a:pt x="782590" y="1264117"/>
                </a:lnTo>
                <a:lnTo>
                  <a:pt x="828712" y="1251775"/>
                </a:lnTo>
                <a:lnTo>
                  <a:pt x="873809" y="1236020"/>
                </a:lnTo>
                <a:lnTo>
                  <a:pt x="898905" y="1225083"/>
                </a:lnTo>
                <a:lnTo>
                  <a:pt x="898905" y="55065"/>
                </a:lnTo>
                <a:lnTo>
                  <a:pt x="828712" y="28376"/>
                </a:lnTo>
                <a:lnTo>
                  <a:pt x="782590" y="16037"/>
                </a:lnTo>
                <a:lnTo>
                  <a:pt x="735643" y="7161"/>
                </a:lnTo>
                <a:lnTo>
                  <a:pt x="688072" y="1798"/>
                </a:lnTo>
                <a:lnTo>
                  <a:pt x="640079" y="0"/>
                </a:lnTo>
                <a:close/>
              </a:path>
            </a:pathLst>
          </a:custGeom>
          <a:solidFill>
            <a:srgbClr val="30c3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bg object 21" hidden="1"/>
          <p:cNvPicPr/>
          <p:nvPr/>
        </p:nvPicPr>
        <p:blipFill>
          <a:blip r:embed="rId4"/>
          <a:stretch/>
        </p:blipFill>
        <p:spPr>
          <a:xfrm>
            <a:off x="0" y="5789160"/>
            <a:ext cx="633600" cy="106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bg object 22" hidden="1"/>
          <p:cNvSpPr/>
          <p:nvPr/>
        </p:nvSpPr>
        <p:spPr>
          <a:xfrm>
            <a:off x="-2520" y="5806080"/>
            <a:ext cx="596520" cy="1051200"/>
          </a:xfrm>
          <a:custGeom>
            <a:avLst/>
            <a:gdLst>
              <a:gd name="textAreaLeft" fmla="*/ 0 w 596520"/>
              <a:gd name="textAreaRight" fmla="*/ 596880 w 596520"/>
              <a:gd name="textAreaTop" fmla="*/ 0 h 1051200"/>
              <a:gd name="textAreaBottom" fmla="*/ 1051560 h 1051200"/>
            </a:gdLst>
            <a:ahLst/>
            <a:cxnLst/>
            <a:rect l="textAreaLeft" t="textAreaTop" r="textAreaRight" b="textAreaBottom"/>
            <a:pathLst>
              <a:path w="596900" h="1051559">
                <a:moveTo>
                  <a:pt x="48020" y="0"/>
                </a:moveTo>
                <a:lnTo>
                  <a:pt x="0" y="2089"/>
                </a:lnTo>
                <a:lnTo>
                  <a:pt x="2656" y="2089"/>
                </a:lnTo>
                <a:lnTo>
                  <a:pt x="2656" y="1051559"/>
                </a:lnTo>
                <a:lnTo>
                  <a:pt x="266346" y="1051559"/>
                </a:lnTo>
                <a:lnTo>
                  <a:pt x="279718" y="1046024"/>
                </a:lnTo>
                <a:lnTo>
                  <a:pt x="322340" y="1023835"/>
                </a:lnTo>
                <a:lnTo>
                  <a:pt x="362869" y="998007"/>
                </a:lnTo>
                <a:lnTo>
                  <a:pt x="400818" y="968878"/>
                </a:lnTo>
                <a:lnTo>
                  <a:pt x="436009" y="936628"/>
                </a:lnTo>
                <a:lnTo>
                  <a:pt x="468259" y="901438"/>
                </a:lnTo>
                <a:lnTo>
                  <a:pt x="497388" y="863488"/>
                </a:lnTo>
                <a:lnTo>
                  <a:pt x="523216" y="822959"/>
                </a:lnTo>
                <a:lnTo>
                  <a:pt x="545405" y="780337"/>
                </a:lnTo>
                <a:lnTo>
                  <a:pt x="563695" y="736156"/>
                </a:lnTo>
                <a:lnTo>
                  <a:pt x="578026" y="690657"/>
                </a:lnTo>
                <a:lnTo>
                  <a:pt x="588338" y="644079"/>
                </a:lnTo>
                <a:lnTo>
                  <a:pt x="594570" y="596660"/>
                </a:lnTo>
                <a:lnTo>
                  <a:pt x="596660" y="548639"/>
                </a:lnTo>
                <a:lnTo>
                  <a:pt x="594570" y="500619"/>
                </a:lnTo>
                <a:lnTo>
                  <a:pt x="588338" y="453198"/>
                </a:lnTo>
                <a:lnTo>
                  <a:pt x="578026" y="406617"/>
                </a:lnTo>
                <a:lnTo>
                  <a:pt x="563695" y="361117"/>
                </a:lnTo>
                <a:lnTo>
                  <a:pt x="545405" y="316938"/>
                </a:lnTo>
                <a:lnTo>
                  <a:pt x="523216" y="274319"/>
                </a:lnTo>
                <a:lnTo>
                  <a:pt x="497388" y="233787"/>
                </a:lnTo>
                <a:lnTo>
                  <a:pt x="468259" y="195835"/>
                </a:lnTo>
                <a:lnTo>
                  <a:pt x="436009" y="160645"/>
                </a:lnTo>
                <a:lnTo>
                  <a:pt x="400818" y="128395"/>
                </a:lnTo>
                <a:lnTo>
                  <a:pt x="362869" y="99264"/>
                </a:lnTo>
                <a:lnTo>
                  <a:pt x="322340" y="73431"/>
                </a:lnTo>
                <a:lnTo>
                  <a:pt x="279718" y="51243"/>
                </a:lnTo>
                <a:lnTo>
                  <a:pt x="235537" y="32956"/>
                </a:lnTo>
                <a:lnTo>
                  <a:pt x="190038" y="18627"/>
                </a:lnTo>
                <a:lnTo>
                  <a:pt x="143460" y="8318"/>
                </a:lnTo>
                <a:lnTo>
                  <a:pt x="96041" y="2089"/>
                </a:lnTo>
                <a:lnTo>
                  <a:pt x="48020" y="0"/>
                </a:lnTo>
                <a:close/>
              </a:path>
            </a:pathLst>
          </a:custGeom>
          <a:solidFill>
            <a:srgbClr val="3173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ffff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bg object 17"/>
          <p:cNvPicPr/>
          <p:nvPr/>
        </p:nvPicPr>
        <p:blipFill>
          <a:blip r:embed="rId5"/>
          <a:stretch/>
        </p:blipFill>
        <p:spPr>
          <a:xfrm>
            <a:off x="0" y="0"/>
            <a:ext cx="12191040" cy="20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bg object 18"/>
          <p:cNvSpPr/>
          <p:nvPr/>
        </p:nvSpPr>
        <p:spPr>
          <a:xfrm>
            <a:off x="-360" y="-360"/>
            <a:ext cx="12191760" cy="1458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145800"/>
              <a:gd name="textAreaBottom" fmla="*/ 146160 h 145800"/>
            </a:gdLst>
            <a:ahLst/>
            <a:cxnLst/>
            <a:rect l="textAreaLeft" t="textAreaTop" r="textAreaRight" b="textAreaBottom"/>
            <a:pathLst>
              <a:path w="12192000" h="146050">
                <a:moveTo>
                  <a:pt x="12191390" y="0"/>
                </a:moveTo>
                <a:lnTo>
                  <a:pt x="0" y="0"/>
                </a:lnTo>
                <a:lnTo>
                  <a:pt x="0" y="145796"/>
                </a:lnTo>
                <a:lnTo>
                  <a:pt x="6095873" y="145796"/>
                </a:lnTo>
                <a:lnTo>
                  <a:pt x="12191390" y="145796"/>
                </a:lnTo>
                <a:lnTo>
                  <a:pt x="12191390" y="0"/>
                </a:lnTo>
                <a:close/>
              </a:path>
            </a:pathLst>
          </a:custGeom>
          <a:solidFill>
            <a:srgbClr val="137c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bg object 19"/>
          <p:cNvPicPr/>
          <p:nvPr/>
        </p:nvPicPr>
        <p:blipFill>
          <a:blip r:embed="rId6"/>
          <a:stretch/>
        </p:blipFill>
        <p:spPr>
          <a:xfrm>
            <a:off x="526680" y="421560"/>
            <a:ext cx="610200" cy="60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bg object 20"/>
          <p:cNvSpPr/>
          <p:nvPr/>
        </p:nvSpPr>
        <p:spPr>
          <a:xfrm>
            <a:off x="566640" y="438480"/>
            <a:ext cx="530640" cy="530640"/>
          </a:xfrm>
          <a:custGeom>
            <a:avLst/>
            <a:gdLst>
              <a:gd name="textAreaLeft" fmla="*/ 0 w 530640"/>
              <a:gd name="textAreaRight" fmla="*/ 531000 w 530640"/>
              <a:gd name="textAreaTop" fmla="*/ 0 h 530640"/>
              <a:gd name="textAreaBottom" fmla="*/ 531000 h 530640"/>
            </a:gdLst>
            <a:ahLst/>
            <a:cxnLst/>
            <a:rect l="textAreaLeft" t="textAreaTop" r="textAreaRight" b="textAreaBottom"/>
            <a:pathLst>
              <a:path w="530860" h="530860">
                <a:moveTo>
                  <a:pt x="88925" y="0"/>
                </a:moveTo>
                <a:lnTo>
                  <a:pt x="44640" y="11874"/>
                </a:lnTo>
                <a:lnTo>
                  <a:pt x="12242" y="44284"/>
                </a:lnTo>
                <a:lnTo>
                  <a:pt x="368" y="88557"/>
                </a:lnTo>
                <a:lnTo>
                  <a:pt x="0" y="442074"/>
                </a:lnTo>
                <a:lnTo>
                  <a:pt x="779" y="453601"/>
                </a:lnTo>
                <a:lnTo>
                  <a:pt x="792" y="453806"/>
                </a:lnTo>
                <a:lnTo>
                  <a:pt x="3049" y="464893"/>
                </a:lnTo>
                <a:lnTo>
                  <a:pt x="3105" y="465164"/>
                </a:lnTo>
                <a:lnTo>
                  <a:pt x="6767" y="475846"/>
                </a:lnTo>
                <a:lnTo>
                  <a:pt x="6836" y="476048"/>
                </a:lnTo>
                <a:lnTo>
                  <a:pt x="34715" y="512430"/>
                </a:lnTo>
                <a:lnTo>
                  <a:pt x="77042" y="529901"/>
                </a:lnTo>
                <a:lnTo>
                  <a:pt x="88569" y="530644"/>
                </a:lnTo>
                <a:lnTo>
                  <a:pt x="442087" y="530644"/>
                </a:lnTo>
                <a:lnTo>
                  <a:pt x="453074" y="529901"/>
                </a:lnTo>
                <a:lnTo>
                  <a:pt x="453568" y="529901"/>
                </a:lnTo>
                <a:lnTo>
                  <a:pt x="496134" y="512230"/>
                </a:lnTo>
                <a:lnTo>
                  <a:pt x="523863" y="476048"/>
                </a:lnTo>
                <a:lnTo>
                  <a:pt x="523962" y="475846"/>
                </a:lnTo>
                <a:lnTo>
                  <a:pt x="527581" y="465164"/>
                </a:lnTo>
                <a:lnTo>
                  <a:pt x="527673" y="464893"/>
                </a:lnTo>
                <a:lnTo>
                  <a:pt x="529860" y="453806"/>
                </a:lnTo>
                <a:lnTo>
                  <a:pt x="529901" y="453601"/>
                </a:lnTo>
                <a:lnTo>
                  <a:pt x="530644" y="442074"/>
                </a:lnTo>
                <a:lnTo>
                  <a:pt x="530619" y="88557"/>
                </a:lnTo>
                <a:lnTo>
                  <a:pt x="518769" y="44640"/>
                </a:lnTo>
                <a:lnTo>
                  <a:pt x="486359" y="12242"/>
                </a:lnTo>
                <a:lnTo>
                  <a:pt x="442087" y="355"/>
                </a:lnTo>
                <a:lnTo>
                  <a:pt x="88925" y="0"/>
                </a:lnTo>
                <a:close/>
              </a:path>
            </a:pathLst>
          </a:custGeom>
          <a:solidFill>
            <a:srgbClr val="137c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ftr" idx="13"/>
          </p:nvPr>
        </p:nvSpPr>
        <p:spPr>
          <a:xfrm>
            <a:off x="735840" y="6512400"/>
            <a:ext cx="333648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12600" indent="0">
              <a:lnSpc>
                <a:spcPct val="100000"/>
              </a:lnSpc>
              <a:spcBef>
                <a:spcPts val="45"/>
              </a:spcBef>
              <a:buNone/>
            </a:pP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&lt;footer&gt;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dt" idx="14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15"/>
          </p:nvPr>
        </p:nvSpPr>
        <p:spPr>
          <a:xfrm>
            <a:off x="5128560" y="6512400"/>
            <a:ext cx="33984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6336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63360" indent="0">
              <a:lnSpc>
                <a:spcPct val="100000"/>
              </a:lnSpc>
              <a:spcBef>
                <a:spcPts val="45"/>
              </a:spcBef>
              <a:buNone/>
            </a:pPr>
            <a:fld id="{A9CBE454-A0DF-436C-AA35-557529F46616}" type="slidenum"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&lt;number&gt;</a:t>
            </a:fld>
            <a:r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/7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3.png"/><Relationship Id="rId7" Type="http://schemas.openxmlformats.org/officeDocument/2006/relationships/image" Target="../media/image13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5.png"/><Relationship Id="rId12" Type="http://schemas.openxmlformats.org/officeDocument/2006/relationships/image" Target="../media/image15.png"/><Relationship Id="rId13" Type="http://schemas.openxmlformats.org/officeDocument/2006/relationships/image" Target="../media/image15.png"/><Relationship Id="rId14" Type="http://schemas.openxmlformats.org/officeDocument/2006/relationships/image" Target="../media/image15.png"/><Relationship Id="rId15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17.png"/><Relationship Id="rId6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29.png"/><Relationship Id="rId14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2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2.png"/><Relationship Id="rId9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6.png"/><Relationship Id="rId3" Type="http://schemas.openxmlformats.org/officeDocument/2006/relationships/image" Target="../media/image36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object 2"/>
          <p:cNvSpPr/>
          <p:nvPr/>
        </p:nvSpPr>
        <p:spPr>
          <a:xfrm>
            <a:off x="713880" y="563760"/>
            <a:ext cx="23652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200" b="0" u="none" spc="-26" strike="noStrike">
                <a:solidFill>
                  <a:srgbClr val="ffffff"/>
                </a:solidFill>
                <a:effectLst/>
                <a:uFillTx/>
                <a:latin typeface="Arial MT"/>
              </a:rPr>
              <a:t>CS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object 3"/>
          <p:cNvSpPr/>
          <p:nvPr/>
        </p:nvSpPr>
        <p:spPr>
          <a:xfrm>
            <a:off x="1338840" y="419040"/>
            <a:ext cx="5279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lang="en-IN" sz="1100" b="0" u="none" strike="noStrike">
                <a:solidFill>
                  <a:srgbClr val="0c1b33"/>
                </a:solidFill>
                <a:effectLst/>
                <a:uFillTx/>
                <a:latin typeface="Arial MT"/>
              </a:rPr>
              <a:t>BHARATHIYAR</a:t>
            </a:r>
            <a:r>
              <a:rPr lang="en-IN" sz="1100" b="0" u="none" spc="31" strike="noStrike">
                <a:solidFill>
                  <a:srgbClr val="0c1b33"/>
                </a:solidFill>
                <a:effectLst/>
                <a:uFillTx/>
                <a:latin typeface="Arial MT"/>
              </a:rPr>
              <a:t> </a:t>
            </a:r>
            <a:r>
              <a:rPr lang="en-IN" sz="1100" b="0" u="none" strike="noStrike">
                <a:solidFill>
                  <a:srgbClr val="0c1b33"/>
                </a:solidFill>
                <a:effectLst/>
                <a:uFillTx/>
                <a:latin typeface="Arial MT"/>
              </a:rPr>
              <a:t>ARTS</a:t>
            </a:r>
            <a:r>
              <a:rPr lang="en-IN" sz="1100" b="0" u="none" spc="31" strike="noStrike">
                <a:solidFill>
                  <a:srgbClr val="0c1b33"/>
                </a:solidFill>
                <a:effectLst/>
                <a:uFillTx/>
                <a:latin typeface="Arial MT"/>
              </a:rPr>
              <a:t> </a:t>
            </a:r>
            <a:r>
              <a:rPr lang="en-IN" sz="1100" b="0" u="none" strike="noStrike">
                <a:solidFill>
                  <a:srgbClr val="0c1b33"/>
                </a:solidFill>
                <a:effectLst/>
                <a:uFillTx/>
                <a:latin typeface="Arial MT"/>
              </a:rPr>
              <a:t>AND</a:t>
            </a:r>
            <a:r>
              <a:rPr lang="en-IN" sz="1100" b="0" u="none" spc="31" strike="noStrike">
                <a:solidFill>
                  <a:srgbClr val="0c1b33"/>
                </a:solidFill>
                <a:effectLst/>
                <a:uFillTx/>
                <a:latin typeface="Arial MT"/>
              </a:rPr>
              <a:t> </a:t>
            </a:r>
            <a:r>
              <a:rPr lang="en-IN" sz="1100" b="0" u="none" strike="noStrike">
                <a:solidFill>
                  <a:srgbClr val="0c1b33"/>
                </a:solidFill>
                <a:effectLst/>
                <a:uFillTx/>
                <a:latin typeface="Arial MT"/>
              </a:rPr>
              <a:t>SCIENCE</a:t>
            </a:r>
            <a:r>
              <a:rPr lang="en-IN" sz="1100" b="0" u="none" spc="34" strike="noStrike">
                <a:solidFill>
                  <a:srgbClr val="0c1b33"/>
                </a:solidFill>
                <a:effectLst/>
                <a:uFillTx/>
                <a:latin typeface="Arial MT"/>
              </a:rPr>
              <a:t> </a:t>
            </a:r>
            <a:r>
              <a:rPr lang="en-IN" sz="1100" b="0" u="none" strike="noStrike">
                <a:solidFill>
                  <a:srgbClr val="0c1b33"/>
                </a:solidFill>
                <a:effectLst/>
                <a:uFillTx/>
                <a:latin typeface="Arial MT"/>
              </a:rPr>
              <a:t>COLLEGE</a:t>
            </a:r>
            <a:r>
              <a:rPr lang="en-IN" sz="1100" b="0" u="none" spc="26" strike="noStrike">
                <a:solidFill>
                  <a:srgbClr val="0c1b33"/>
                </a:solidFill>
                <a:effectLst/>
                <a:uFillTx/>
                <a:latin typeface="Arial MT"/>
              </a:rPr>
              <a:t> </a:t>
            </a:r>
            <a:r>
              <a:rPr lang="en-IN" sz="1100" b="0" u="none" strike="noStrike">
                <a:solidFill>
                  <a:srgbClr val="0c1b33"/>
                </a:solidFill>
                <a:effectLst/>
                <a:uFillTx/>
                <a:latin typeface="Arial MT"/>
              </a:rPr>
              <a:t>FOR</a:t>
            </a:r>
            <a:r>
              <a:rPr lang="en-IN" sz="1100" b="0" u="none" spc="31" strike="noStrike">
                <a:solidFill>
                  <a:srgbClr val="0c1b33"/>
                </a:solidFill>
                <a:effectLst/>
                <a:uFillTx/>
                <a:latin typeface="Arial MT"/>
              </a:rPr>
              <a:t> </a:t>
            </a:r>
            <a:r>
              <a:rPr lang="en-IN" sz="1100" b="0" u="none" strike="noStrike">
                <a:solidFill>
                  <a:srgbClr val="0c1b33"/>
                </a:solidFill>
                <a:effectLst/>
                <a:uFillTx/>
                <a:latin typeface="Arial MT"/>
              </a:rPr>
              <a:t>WOMEN</a:t>
            </a:r>
            <a:r>
              <a:rPr lang="en-IN" sz="1100" b="0" u="none" spc="26" strike="noStrike">
                <a:solidFill>
                  <a:srgbClr val="0c1b33"/>
                </a:solidFill>
                <a:effectLst/>
                <a:uFillTx/>
                <a:latin typeface="Arial MT"/>
              </a:rPr>
              <a:t> </a:t>
            </a:r>
            <a:r>
              <a:rPr lang="en-IN" sz="1100" b="0" u="none" spc="-11" strike="noStrike">
                <a:solidFill>
                  <a:srgbClr val="0c1b33"/>
                </a:solidFill>
                <a:effectLst/>
                <a:uFillTx/>
                <a:latin typeface="Arial MT"/>
              </a:rPr>
              <a:t>(AUTONOMOUS)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71"/>
              </a:spcBef>
            </a:pPr>
            <a:r>
              <a:rPr lang="en-IN" sz="85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Deviyakurichi</a:t>
            </a:r>
            <a:r>
              <a:rPr lang="en-IN" sz="850" b="0" u="none" spc="96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•</a:t>
            </a:r>
            <a:r>
              <a:rPr lang="en-IN" sz="850" b="0" u="none" spc="99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Department</a:t>
            </a:r>
            <a:r>
              <a:rPr lang="en-IN" sz="850" b="0" u="none" spc="96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of</a:t>
            </a:r>
            <a:r>
              <a:rPr lang="en-IN" sz="850" b="0" u="none" spc="190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Computer</a:t>
            </a:r>
            <a:r>
              <a:rPr lang="en-IN" sz="850" b="0" u="none" spc="99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Science</a:t>
            </a:r>
            <a:r>
              <a:rPr lang="en-IN" sz="850" b="0" u="none" spc="96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with</a:t>
            </a:r>
            <a:r>
              <a:rPr lang="en-IN" sz="850" b="0" u="none" spc="99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Cyber</a:t>
            </a:r>
            <a:r>
              <a:rPr lang="en-IN" sz="850" b="0" u="none" spc="96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pc="-11" strike="noStrike">
                <a:solidFill>
                  <a:srgbClr val="5a697b"/>
                </a:solidFill>
                <a:effectLst/>
                <a:uFillTx/>
                <a:latin typeface="Arial MT"/>
              </a:rPr>
              <a:t>Security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5" name="object 4"/>
          <p:cNvGrpSpPr/>
          <p:nvPr/>
        </p:nvGrpSpPr>
        <p:grpSpPr>
          <a:xfrm>
            <a:off x="8569080" y="426600"/>
            <a:ext cx="2969280" cy="527400"/>
            <a:chOff x="8569080" y="426600"/>
            <a:chExt cx="2969280" cy="527400"/>
          </a:xfrm>
        </p:grpSpPr>
        <p:pic>
          <p:nvPicPr>
            <p:cNvPr id="76" name="object 5"/>
            <p:cNvPicPr/>
            <p:nvPr/>
          </p:nvPicPr>
          <p:blipFill>
            <a:blip r:embed="rId1"/>
            <a:stretch/>
          </p:blipFill>
          <p:spPr>
            <a:xfrm>
              <a:off x="8569080" y="426600"/>
              <a:ext cx="2969280" cy="527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7" name="object 6"/>
            <p:cNvSpPr/>
            <p:nvPr/>
          </p:nvSpPr>
          <p:spPr>
            <a:xfrm>
              <a:off x="8613720" y="448200"/>
              <a:ext cx="2880000" cy="439200"/>
            </a:xfrm>
            <a:custGeom>
              <a:avLst/>
              <a:gdLst>
                <a:gd name="textAreaLeft" fmla="*/ 0 w 2880000"/>
                <a:gd name="textAreaRight" fmla="*/ 2880360 w 2880000"/>
                <a:gd name="textAreaTop" fmla="*/ 0 h 439200"/>
                <a:gd name="textAreaBottom" fmla="*/ 439560 h 439200"/>
              </a:gdLst>
              <a:ahLst/>
              <a:cxnLst/>
              <a:rect l="textAreaLeft" t="textAreaTop" r="textAreaRight" b="textAreaBottom"/>
              <a:pathLst>
                <a:path w="2880359" h="439419">
                  <a:moveTo>
                    <a:pt x="28069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60"/>
                  </a:lnTo>
                  <a:lnTo>
                    <a:pt x="594" y="375038"/>
                  </a:lnTo>
                  <a:lnTo>
                    <a:pt x="607" y="375238"/>
                  </a:lnTo>
                  <a:lnTo>
                    <a:pt x="21413" y="417377"/>
                  </a:lnTo>
                  <a:lnTo>
                    <a:pt x="63442" y="438241"/>
                  </a:lnTo>
                  <a:lnTo>
                    <a:pt x="73075" y="438848"/>
                  </a:lnTo>
                  <a:lnTo>
                    <a:pt x="2807271" y="438480"/>
                  </a:lnTo>
                  <a:lnTo>
                    <a:pt x="2851649" y="423388"/>
                  </a:lnTo>
                  <a:lnTo>
                    <a:pt x="2874812" y="393656"/>
                  </a:lnTo>
                  <a:lnTo>
                    <a:pt x="2874889" y="393500"/>
                  </a:lnTo>
                  <a:lnTo>
                    <a:pt x="2877869" y="384616"/>
                  </a:lnTo>
                  <a:lnTo>
                    <a:pt x="2877929" y="384438"/>
                  </a:lnTo>
                  <a:lnTo>
                    <a:pt x="2879713" y="375238"/>
                  </a:lnTo>
                  <a:lnTo>
                    <a:pt x="2879752" y="375038"/>
                  </a:lnTo>
                  <a:lnTo>
                    <a:pt x="2880337" y="365760"/>
                  </a:lnTo>
                  <a:lnTo>
                    <a:pt x="2880360" y="365404"/>
                  </a:lnTo>
                  <a:lnTo>
                    <a:pt x="2879991" y="73088"/>
                  </a:lnTo>
                  <a:lnTo>
                    <a:pt x="2864900" y="28710"/>
                  </a:lnTo>
                  <a:lnTo>
                    <a:pt x="2825950" y="2430"/>
                  </a:lnTo>
                  <a:lnTo>
                    <a:pt x="2816549" y="607"/>
                  </a:lnTo>
                  <a:lnTo>
                    <a:pt x="2806915" y="0"/>
                  </a:lnTo>
                  <a:close/>
                </a:path>
              </a:pathLst>
            </a:custGeom>
            <a:solidFill>
              <a:srgbClr val="eef8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object 7"/>
            <p:cNvSpPr/>
            <p:nvPr/>
          </p:nvSpPr>
          <p:spPr>
            <a:xfrm>
              <a:off x="8613720" y="448200"/>
              <a:ext cx="2880000" cy="439200"/>
            </a:xfrm>
            <a:custGeom>
              <a:avLst/>
              <a:gdLst>
                <a:gd name="textAreaLeft" fmla="*/ 0 w 2880000"/>
                <a:gd name="textAreaRight" fmla="*/ 2880360 w 2880000"/>
                <a:gd name="textAreaTop" fmla="*/ 0 h 439200"/>
                <a:gd name="textAreaBottom" fmla="*/ 439560 h 439200"/>
              </a:gdLst>
              <a:ahLst/>
              <a:cxnLst/>
              <a:rect l="textAreaLeft" t="textAreaTop" r="textAreaRight" b="textAreaBottom"/>
              <a:pathLst>
                <a:path w="2880359" h="43941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2806915" y="0"/>
                  </a:lnTo>
                  <a:lnTo>
                    <a:pt x="2851443" y="15109"/>
                  </a:lnTo>
                  <a:lnTo>
                    <a:pt x="2877562" y="54232"/>
                  </a:lnTo>
                  <a:lnTo>
                    <a:pt x="2879991" y="73088"/>
                  </a:lnTo>
                  <a:lnTo>
                    <a:pt x="2880360" y="365404"/>
                  </a:lnTo>
                  <a:lnTo>
                    <a:pt x="2879752" y="375038"/>
                  </a:lnTo>
                  <a:lnTo>
                    <a:pt x="2877929" y="384438"/>
                  </a:lnTo>
                  <a:lnTo>
                    <a:pt x="2851649" y="423388"/>
                  </a:lnTo>
                  <a:lnTo>
                    <a:pt x="280727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88"/>
                  </a:lnTo>
                  <a:close/>
                </a:path>
              </a:pathLst>
            </a:custGeom>
            <a:noFill/>
            <a:ln w="9359">
              <a:solidFill>
                <a:srgbClr val="a2d5d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" name="object 8"/>
          <p:cNvSpPr/>
          <p:nvPr/>
        </p:nvSpPr>
        <p:spPr>
          <a:xfrm>
            <a:off x="8927640" y="578520"/>
            <a:ext cx="22640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lang="en-IN" sz="750" b="0" u="none" strike="noStrike">
                <a:solidFill>
                  <a:srgbClr val="137cb0"/>
                </a:solidFill>
                <a:effectLst/>
                <a:uFillTx/>
                <a:latin typeface="Arial MT"/>
              </a:rPr>
              <a:t>NAAN</a:t>
            </a:r>
            <a:r>
              <a:rPr lang="en-IN" sz="750" b="0" u="none" spc="54" strike="noStrike">
                <a:solidFill>
                  <a:srgbClr val="137cb0"/>
                </a:solidFill>
                <a:effectLst/>
                <a:uFillTx/>
                <a:latin typeface="Arial MT"/>
              </a:rPr>
              <a:t> </a:t>
            </a:r>
            <a:r>
              <a:rPr lang="en-IN" sz="750" b="0" u="none" strike="noStrike">
                <a:solidFill>
                  <a:srgbClr val="137cb0"/>
                </a:solidFill>
                <a:effectLst/>
                <a:uFillTx/>
                <a:latin typeface="Arial MT"/>
              </a:rPr>
              <a:t>MUDHALVAN</a:t>
            </a:r>
            <a:r>
              <a:rPr lang="en-IN" sz="750" b="0" u="none" spc="60" strike="noStrike">
                <a:solidFill>
                  <a:srgbClr val="137cb0"/>
                </a:solidFill>
                <a:effectLst/>
                <a:uFillTx/>
                <a:latin typeface="Arial MT"/>
              </a:rPr>
              <a:t> </a:t>
            </a:r>
            <a:r>
              <a:rPr lang="en-IN" sz="750" b="0" u="none" strike="noStrike">
                <a:solidFill>
                  <a:srgbClr val="137cb0"/>
                </a:solidFill>
                <a:effectLst/>
                <a:uFillTx/>
                <a:latin typeface="Arial MT"/>
              </a:rPr>
              <a:t>•</a:t>
            </a:r>
            <a:r>
              <a:rPr lang="en-IN" sz="750" b="0" u="none" spc="60" strike="noStrike">
                <a:solidFill>
                  <a:srgbClr val="137cb0"/>
                </a:solidFill>
                <a:effectLst/>
                <a:uFillTx/>
                <a:latin typeface="Arial MT"/>
              </a:rPr>
              <a:t> </a:t>
            </a:r>
            <a:r>
              <a:rPr lang="en-IN" sz="750" b="0" u="none" strike="noStrike">
                <a:solidFill>
                  <a:srgbClr val="137cb0"/>
                </a:solidFill>
                <a:effectLst/>
                <a:uFillTx/>
                <a:latin typeface="Arial MT"/>
              </a:rPr>
              <a:t>PROJECT</a:t>
            </a:r>
            <a:r>
              <a:rPr lang="en-IN" sz="750" b="0" u="none" spc="60" strike="noStrike">
                <a:solidFill>
                  <a:srgbClr val="137cb0"/>
                </a:solidFill>
                <a:effectLst/>
                <a:uFillTx/>
                <a:latin typeface="Arial MT"/>
              </a:rPr>
              <a:t> </a:t>
            </a:r>
            <a:r>
              <a:rPr lang="en-IN" sz="750" b="0" u="none" spc="-11" strike="noStrike">
                <a:solidFill>
                  <a:srgbClr val="137cb0"/>
                </a:solidFill>
                <a:effectLst/>
                <a:uFillTx/>
                <a:latin typeface="Arial MT"/>
              </a:rPr>
              <a:t>PRESENTATION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0" name="object 15"/>
          <p:cNvGrpSpPr/>
          <p:nvPr/>
        </p:nvGrpSpPr>
        <p:grpSpPr>
          <a:xfrm>
            <a:off x="577080" y="1441080"/>
            <a:ext cx="1597680" cy="417600"/>
            <a:chOff x="577080" y="1441080"/>
            <a:chExt cx="1597680" cy="417600"/>
          </a:xfrm>
        </p:grpSpPr>
        <p:pic>
          <p:nvPicPr>
            <p:cNvPr id="81" name="object 16"/>
            <p:cNvPicPr/>
            <p:nvPr/>
          </p:nvPicPr>
          <p:blipFill>
            <a:blip r:embed="rId2"/>
            <a:stretch/>
          </p:blipFill>
          <p:spPr>
            <a:xfrm>
              <a:off x="577080" y="1441080"/>
              <a:ext cx="1597680" cy="417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2" name="object 17"/>
            <p:cNvSpPr/>
            <p:nvPr/>
          </p:nvSpPr>
          <p:spPr>
            <a:xfrm>
              <a:off x="621720" y="1462680"/>
              <a:ext cx="1508400" cy="329040"/>
            </a:xfrm>
            <a:custGeom>
              <a:avLst/>
              <a:gdLst>
                <a:gd name="textAreaLeft" fmla="*/ 0 w 1508400"/>
                <a:gd name="textAreaRight" fmla="*/ 1508760 w 1508400"/>
                <a:gd name="textAreaTop" fmla="*/ 0 h 329040"/>
                <a:gd name="textAreaBottom" fmla="*/ 329400 h 329040"/>
              </a:gdLst>
              <a:ahLst/>
              <a:cxnLst/>
              <a:rect l="textAreaLeft" t="textAreaTop" r="textAreaRight" b="textAreaBottom"/>
              <a:pathLst>
                <a:path w="1508760" h="329564">
                  <a:moveTo>
                    <a:pt x="1453680" y="0"/>
                  </a:moveTo>
                  <a:lnTo>
                    <a:pt x="54724" y="0"/>
                  </a:lnTo>
                  <a:lnTo>
                    <a:pt x="47665" y="466"/>
                  </a:lnTo>
                  <a:lnTo>
                    <a:pt x="11280" y="21420"/>
                  </a:lnTo>
                  <a:lnTo>
                    <a:pt x="0" y="54711"/>
                  </a:lnTo>
                  <a:lnTo>
                    <a:pt x="0" y="274319"/>
                  </a:lnTo>
                  <a:lnTo>
                    <a:pt x="453" y="281167"/>
                  </a:lnTo>
                  <a:lnTo>
                    <a:pt x="467" y="281378"/>
                  </a:lnTo>
                  <a:lnTo>
                    <a:pt x="1803" y="288178"/>
                  </a:lnTo>
                  <a:lnTo>
                    <a:pt x="1847" y="288402"/>
                  </a:lnTo>
                  <a:lnTo>
                    <a:pt x="4002" y="294918"/>
                  </a:lnTo>
                  <a:lnTo>
                    <a:pt x="33769" y="324932"/>
                  </a:lnTo>
                  <a:lnTo>
                    <a:pt x="48078" y="328675"/>
                  </a:lnTo>
                  <a:lnTo>
                    <a:pt x="49224" y="328675"/>
                  </a:lnTo>
                  <a:lnTo>
                    <a:pt x="54724" y="329031"/>
                  </a:lnTo>
                  <a:lnTo>
                    <a:pt x="1454048" y="328675"/>
                  </a:lnTo>
                  <a:lnTo>
                    <a:pt x="1492700" y="312750"/>
                  </a:lnTo>
                  <a:lnTo>
                    <a:pt x="1506841" y="288402"/>
                  </a:lnTo>
                  <a:lnTo>
                    <a:pt x="1506916" y="288178"/>
                  </a:lnTo>
                  <a:lnTo>
                    <a:pt x="1508252" y="281378"/>
                  </a:lnTo>
                  <a:lnTo>
                    <a:pt x="1508293" y="281167"/>
                  </a:lnTo>
                  <a:lnTo>
                    <a:pt x="1508736" y="274319"/>
                  </a:lnTo>
                  <a:lnTo>
                    <a:pt x="1508404" y="54711"/>
                  </a:lnTo>
                  <a:lnTo>
                    <a:pt x="1492478" y="16059"/>
                  </a:lnTo>
                  <a:lnTo>
                    <a:pt x="1460896" y="466"/>
                  </a:lnTo>
                  <a:lnTo>
                    <a:pt x="1453680" y="0"/>
                  </a:lnTo>
                  <a:close/>
                </a:path>
              </a:pathLst>
            </a:custGeom>
            <a:solidFill>
              <a:srgbClr val="eef8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object 18"/>
            <p:cNvSpPr/>
            <p:nvPr/>
          </p:nvSpPr>
          <p:spPr>
            <a:xfrm>
              <a:off x="621720" y="1462680"/>
              <a:ext cx="1508400" cy="329040"/>
            </a:xfrm>
            <a:custGeom>
              <a:avLst/>
              <a:gdLst>
                <a:gd name="textAreaLeft" fmla="*/ 0 w 1508400"/>
                <a:gd name="textAreaRight" fmla="*/ 1508760 w 1508400"/>
                <a:gd name="textAreaTop" fmla="*/ 0 h 329040"/>
                <a:gd name="textAreaBottom" fmla="*/ 329400 h 329040"/>
              </a:gdLst>
              <a:ahLst/>
              <a:cxnLst/>
              <a:rect l="textAreaLeft" t="textAreaTop" r="textAreaRight" b="textAreaBottom"/>
              <a:pathLst>
                <a:path w="1508760" h="329564">
                  <a:moveTo>
                    <a:pt x="0" y="54711"/>
                  </a:moveTo>
                  <a:lnTo>
                    <a:pt x="467" y="47502"/>
                  </a:lnTo>
                  <a:lnTo>
                    <a:pt x="1847" y="40495"/>
                  </a:lnTo>
                  <a:lnTo>
                    <a:pt x="27368" y="7200"/>
                  </a:lnTo>
                  <a:lnTo>
                    <a:pt x="54724" y="0"/>
                  </a:lnTo>
                  <a:lnTo>
                    <a:pt x="1453680" y="0"/>
                  </a:lnTo>
                  <a:lnTo>
                    <a:pt x="1492478" y="16059"/>
                  </a:lnTo>
                  <a:lnTo>
                    <a:pt x="1508404" y="54711"/>
                  </a:lnTo>
                  <a:lnTo>
                    <a:pt x="1508759" y="273951"/>
                  </a:lnTo>
                  <a:lnTo>
                    <a:pt x="1508293" y="281167"/>
                  </a:lnTo>
                  <a:lnTo>
                    <a:pt x="1506916" y="288178"/>
                  </a:lnTo>
                  <a:lnTo>
                    <a:pt x="1481404" y="321475"/>
                  </a:lnTo>
                  <a:lnTo>
                    <a:pt x="54724" y="329031"/>
                  </a:lnTo>
                  <a:lnTo>
                    <a:pt x="15936" y="312972"/>
                  </a:lnTo>
                  <a:lnTo>
                    <a:pt x="0" y="274319"/>
                  </a:lnTo>
                  <a:lnTo>
                    <a:pt x="0" y="54711"/>
                  </a:lnTo>
                  <a:close/>
                </a:path>
              </a:pathLst>
            </a:custGeom>
            <a:noFill/>
            <a:ln w="9359">
              <a:solidFill>
                <a:srgbClr val="aedbe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4" name="object 19"/>
          <p:cNvSpPr/>
          <p:nvPr/>
        </p:nvSpPr>
        <p:spPr>
          <a:xfrm>
            <a:off x="914040" y="1548000"/>
            <a:ext cx="92232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lang="en-IN" sz="800" b="0" u="none" strike="noStrike">
                <a:solidFill>
                  <a:srgbClr val="137cb0"/>
                </a:solidFill>
                <a:effectLst/>
                <a:uFillTx/>
                <a:latin typeface="Arial MT"/>
              </a:rPr>
              <a:t>AI</a:t>
            </a:r>
            <a:r>
              <a:rPr lang="en-IN" sz="800" b="0" u="none" spc="31" strike="noStrike">
                <a:solidFill>
                  <a:srgbClr val="137cb0"/>
                </a:solidFill>
                <a:effectLst/>
                <a:uFillTx/>
                <a:latin typeface="Arial MT"/>
              </a:rPr>
              <a:t> </a:t>
            </a:r>
            <a:r>
              <a:rPr lang="en-IN" sz="800" b="0" u="none" strike="noStrike">
                <a:solidFill>
                  <a:srgbClr val="137cb0"/>
                </a:solidFill>
                <a:effectLst/>
                <a:uFillTx/>
                <a:latin typeface="Arial MT"/>
              </a:rPr>
              <a:t>•</a:t>
            </a:r>
            <a:r>
              <a:rPr lang="en-IN" sz="800" b="0" u="none" spc="34" strike="noStrike">
                <a:solidFill>
                  <a:srgbClr val="137cb0"/>
                </a:solidFill>
                <a:effectLst/>
                <a:uFillTx/>
                <a:latin typeface="Arial MT"/>
              </a:rPr>
              <a:t> </a:t>
            </a:r>
            <a:r>
              <a:rPr lang="en-IN" sz="800" b="0" u="none" strike="noStrike">
                <a:solidFill>
                  <a:srgbClr val="137cb0"/>
                </a:solidFill>
                <a:effectLst/>
                <a:uFillTx/>
                <a:latin typeface="Arial MT"/>
              </a:rPr>
              <a:t>BACKEND</a:t>
            </a:r>
            <a:r>
              <a:rPr lang="en-IN" sz="800" b="0" u="none" spc="34" strike="noStrike">
                <a:solidFill>
                  <a:srgbClr val="137cb0"/>
                </a:solidFill>
                <a:effectLst/>
                <a:uFillTx/>
                <a:latin typeface="Arial MT"/>
              </a:rPr>
              <a:t> </a:t>
            </a:r>
            <a:r>
              <a:rPr lang="en-IN" sz="800" b="0" u="none" spc="-26" strike="noStrike">
                <a:solidFill>
                  <a:srgbClr val="137cb0"/>
                </a:solidFill>
                <a:effectLst/>
                <a:uFillTx/>
                <a:latin typeface="Arial MT"/>
              </a:rPr>
              <a:t>API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object 20"/>
          <p:cNvSpPr/>
          <p:nvPr/>
        </p:nvSpPr>
        <p:spPr>
          <a:xfrm>
            <a:off x="698760" y="1977840"/>
            <a:ext cx="4136040" cy="12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IN" sz="3400" b="0" u="none" strike="noStrike">
                <a:solidFill>
                  <a:srgbClr val="0c1b33"/>
                </a:solidFill>
                <a:effectLst/>
                <a:uFillTx/>
                <a:latin typeface="Arial MT"/>
              </a:rPr>
              <a:t>AI</a:t>
            </a:r>
            <a:r>
              <a:rPr lang="en-IN" sz="3400" b="0" u="none" spc="11" strike="noStrike">
                <a:solidFill>
                  <a:srgbClr val="0c1b33"/>
                </a:solidFill>
                <a:effectLst/>
                <a:uFillTx/>
                <a:latin typeface="Arial MT"/>
              </a:rPr>
              <a:t> </a:t>
            </a:r>
            <a:r>
              <a:rPr lang="en-IN" sz="3400" b="0" u="none" strike="noStrike">
                <a:solidFill>
                  <a:srgbClr val="0c1b33"/>
                </a:solidFill>
                <a:effectLst/>
                <a:uFillTx/>
                <a:latin typeface="Arial MT"/>
              </a:rPr>
              <a:t>BLOGNEST</a:t>
            </a:r>
            <a:r>
              <a:rPr lang="en-IN" sz="3400" b="0" u="none" spc="11" strike="noStrike">
                <a:solidFill>
                  <a:srgbClr val="0c1b33"/>
                </a:solidFill>
                <a:effectLst/>
                <a:uFillTx/>
                <a:latin typeface="Arial MT"/>
              </a:rPr>
              <a:t> </a:t>
            </a:r>
            <a:r>
              <a:rPr lang="en-IN" sz="3400" b="0" u="none" spc="-26" strike="noStrike">
                <a:solidFill>
                  <a:srgbClr val="0c1b33"/>
                </a:solidFill>
                <a:effectLst/>
                <a:uFillTx/>
                <a:latin typeface="Arial MT"/>
              </a:rPr>
              <a:t>API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600">
              <a:lnSpc>
                <a:spcPct val="100000"/>
              </a:lnSpc>
              <a:spcBef>
                <a:spcPts val="2234"/>
              </a:spcBef>
            </a:pPr>
            <a:r>
              <a:rPr lang="en-IN" sz="130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An</a:t>
            </a:r>
            <a:r>
              <a:rPr lang="en-IN" sz="1300" b="0" u="none" spc="74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AI-powered</a:t>
            </a:r>
            <a:r>
              <a:rPr lang="en-IN" sz="1300" b="0" u="none" spc="71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REST</a:t>
            </a:r>
            <a:r>
              <a:rPr lang="en-IN" sz="1300" b="0" u="none" spc="74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API</a:t>
            </a:r>
            <a:r>
              <a:rPr lang="en-IN" sz="1300" b="0" u="none" spc="71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for</a:t>
            </a:r>
            <a:r>
              <a:rPr lang="en-IN" sz="1300" b="0" u="none" spc="79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intelligent</a:t>
            </a:r>
            <a:r>
              <a:rPr lang="en-IN" sz="1300" b="0" u="none" spc="74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blog</a:t>
            </a:r>
            <a:r>
              <a:rPr lang="en-IN" sz="1300" b="0" u="none" spc="71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pc="-11" strike="noStrike">
                <a:solidFill>
                  <a:srgbClr val="5a697b"/>
                </a:solidFill>
                <a:effectLst/>
                <a:uFillTx/>
                <a:latin typeface="Arial MT"/>
              </a:rPr>
              <a:t>creation, </a:t>
            </a:r>
            <a:r>
              <a:rPr lang="en-IN" sz="130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content</a:t>
            </a:r>
            <a:r>
              <a:rPr lang="en-IN" sz="1300" b="0" u="none" spc="119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management,</a:t>
            </a:r>
            <a:r>
              <a:rPr lang="en-IN" sz="1300" b="0" u="none" spc="113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security</a:t>
            </a:r>
            <a:r>
              <a:rPr lang="en-IN" sz="1300" b="0" u="none" spc="119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and</a:t>
            </a:r>
            <a:r>
              <a:rPr lang="en-IN" sz="1300" b="0" u="none" spc="113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AI-assisted</a:t>
            </a:r>
            <a:r>
              <a:rPr lang="en-IN" sz="1300" b="0" u="none" spc="113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pc="-11" strike="noStrike">
                <a:solidFill>
                  <a:srgbClr val="5a697b"/>
                </a:solidFill>
                <a:effectLst/>
                <a:uFillTx/>
                <a:latin typeface="Arial MT"/>
              </a:rPr>
              <a:t>writing.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object 9"/>
          <p:cNvGrpSpPr/>
          <p:nvPr/>
        </p:nvGrpSpPr>
        <p:grpSpPr>
          <a:xfrm>
            <a:off x="8601120" y="1491840"/>
            <a:ext cx="2594160" cy="2593800"/>
            <a:chOff x="8601120" y="1491840"/>
            <a:chExt cx="2594160" cy="2593800"/>
          </a:xfrm>
        </p:grpSpPr>
        <p:pic>
          <p:nvPicPr>
            <p:cNvPr id="87" name="object 10"/>
            <p:cNvPicPr/>
            <p:nvPr/>
          </p:nvPicPr>
          <p:blipFill>
            <a:blip r:embed="rId3"/>
            <a:stretch/>
          </p:blipFill>
          <p:spPr>
            <a:xfrm>
              <a:off x="8601120" y="1491840"/>
              <a:ext cx="2594160" cy="2593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8" name="object 11"/>
            <p:cNvSpPr/>
            <p:nvPr/>
          </p:nvSpPr>
          <p:spPr>
            <a:xfrm>
              <a:off x="8641080" y="1508760"/>
              <a:ext cx="2514240" cy="2514240"/>
            </a:xfrm>
            <a:custGeom>
              <a:avLst/>
              <a:gdLst>
                <a:gd name="textAreaLeft" fmla="*/ 0 w 2514240"/>
                <a:gd name="textAreaRight" fmla="*/ 2514600 w 2514240"/>
                <a:gd name="textAreaTop" fmla="*/ 0 h 2514240"/>
                <a:gd name="textAreaBottom" fmla="*/ 2514600 h 2514240"/>
              </a:gdLst>
              <a:ahLst/>
              <a:cxnLst/>
              <a:rect l="textAreaLeft" t="textAreaTop" r="textAreaRight" b="textAreaBottom"/>
              <a:pathLst>
                <a:path w="2514600" h="2514600">
                  <a:moveTo>
                    <a:pt x="1257477" y="0"/>
                  </a:moveTo>
                  <a:lnTo>
                    <a:pt x="1206554" y="1026"/>
                  </a:lnTo>
                  <a:lnTo>
                    <a:pt x="1155842" y="4094"/>
                  </a:lnTo>
                  <a:lnTo>
                    <a:pt x="1105400" y="9189"/>
                  </a:lnTo>
                  <a:lnTo>
                    <a:pt x="1055285" y="16294"/>
                  </a:lnTo>
                  <a:lnTo>
                    <a:pt x="1005556" y="25395"/>
                  </a:lnTo>
                  <a:lnTo>
                    <a:pt x="956271" y="36474"/>
                  </a:lnTo>
                  <a:lnTo>
                    <a:pt x="907487" y="49517"/>
                  </a:lnTo>
                  <a:lnTo>
                    <a:pt x="859263" y="64507"/>
                  </a:lnTo>
                  <a:lnTo>
                    <a:pt x="811656" y="81429"/>
                  </a:lnTo>
                  <a:lnTo>
                    <a:pt x="764724" y="100268"/>
                  </a:lnTo>
                  <a:lnTo>
                    <a:pt x="718526" y="121006"/>
                  </a:lnTo>
                  <a:lnTo>
                    <a:pt x="673118" y="143630"/>
                  </a:lnTo>
                  <a:lnTo>
                    <a:pt x="628561" y="168122"/>
                  </a:lnTo>
                  <a:lnTo>
                    <a:pt x="585029" y="194475"/>
                  </a:lnTo>
                  <a:lnTo>
                    <a:pt x="542692" y="222497"/>
                  </a:lnTo>
                  <a:lnTo>
                    <a:pt x="501594" y="252146"/>
                  </a:lnTo>
                  <a:lnTo>
                    <a:pt x="461779" y="283378"/>
                  </a:lnTo>
                  <a:lnTo>
                    <a:pt x="423291" y="316150"/>
                  </a:lnTo>
                  <a:lnTo>
                    <a:pt x="386174" y="350418"/>
                  </a:lnTo>
                  <a:lnTo>
                    <a:pt x="350473" y="386139"/>
                  </a:lnTo>
                  <a:lnTo>
                    <a:pt x="316232" y="423270"/>
                  </a:lnTo>
                  <a:lnTo>
                    <a:pt x="283496" y="461768"/>
                  </a:lnTo>
                  <a:lnTo>
                    <a:pt x="252308" y="501590"/>
                  </a:lnTo>
                  <a:lnTo>
                    <a:pt x="222713" y="542691"/>
                  </a:lnTo>
                  <a:lnTo>
                    <a:pt x="194755" y="585029"/>
                  </a:lnTo>
                  <a:lnTo>
                    <a:pt x="168478" y="628561"/>
                  </a:lnTo>
                  <a:lnTo>
                    <a:pt x="143909" y="673118"/>
                  </a:lnTo>
                  <a:lnTo>
                    <a:pt x="121222" y="718524"/>
                  </a:lnTo>
                  <a:lnTo>
                    <a:pt x="100430" y="764720"/>
                  </a:lnTo>
                  <a:lnTo>
                    <a:pt x="81547" y="811645"/>
                  </a:lnTo>
                  <a:lnTo>
                    <a:pt x="64590" y="859242"/>
                  </a:lnTo>
                  <a:lnTo>
                    <a:pt x="49572" y="907452"/>
                  </a:lnTo>
                  <a:lnTo>
                    <a:pt x="36509" y="956216"/>
                  </a:lnTo>
                  <a:lnTo>
                    <a:pt x="25415" y="1005474"/>
                  </a:lnTo>
                  <a:lnTo>
                    <a:pt x="16305" y="1055167"/>
                  </a:lnTo>
                  <a:lnTo>
                    <a:pt x="9193" y="1105238"/>
                  </a:lnTo>
                  <a:lnTo>
                    <a:pt x="4096" y="1155627"/>
                  </a:lnTo>
                  <a:lnTo>
                    <a:pt x="1026" y="1206274"/>
                  </a:lnTo>
                  <a:lnTo>
                    <a:pt x="0" y="1257122"/>
                  </a:lnTo>
                  <a:lnTo>
                    <a:pt x="1026" y="1307967"/>
                  </a:lnTo>
                  <a:lnTo>
                    <a:pt x="4096" y="1358613"/>
                  </a:lnTo>
                  <a:lnTo>
                    <a:pt x="9193" y="1409000"/>
                  </a:lnTo>
                  <a:lnTo>
                    <a:pt x="16305" y="1459070"/>
                  </a:lnTo>
                  <a:lnTo>
                    <a:pt x="25415" y="1508764"/>
                  </a:lnTo>
                  <a:lnTo>
                    <a:pt x="36509" y="1558023"/>
                  </a:lnTo>
                  <a:lnTo>
                    <a:pt x="49572" y="1606787"/>
                  </a:lnTo>
                  <a:lnTo>
                    <a:pt x="64590" y="1654997"/>
                  </a:lnTo>
                  <a:lnTo>
                    <a:pt x="81547" y="1702596"/>
                  </a:lnTo>
                  <a:lnTo>
                    <a:pt x="100430" y="1749522"/>
                  </a:lnTo>
                  <a:lnTo>
                    <a:pt x="121222" y="1795718"/>
                  </a:lnTo>
                  <a:lnTo>
                    <a:pt x="143909" y="1841125"/>
                  </a:lnTo>
                  <a:lnTo>
                    <a:pt x="168478" y="1885683"/>
                  </a:lnTo>
                  <a:lnTo>
                    <a:pt x="194755" y="1929214"/>
                  </a:lnTo>
                  <a:lnTo>
                    <a:pt x="222713" y="1971552"/>
                  </a:lnTo>
                  <a:lnTo>
                    <a:pt x="252308" y="2012652"/>
                  </a:lnTo>
                  <a:lnTo>
                    <a:pt x="283496" y="2052473"/>
                  </a:lnTo>
                  <a:lnTo>
                    <a:pt x="316232" y="2090970"/>
                  </a:lnTo>
                  <a:lnTo>
                    <a:pt x="350473" y="2128100"/>
                  </a:lnTo>
                  <a:lnTo>
                    <a:pt x="386174" y="2163821"/>
                  </a:lnTo>
                  <a:lnTo>
                    <a:pt x="423291" y="2198088"/>
                  </a:lnTo>
                  <a:lnTo>
                    <a:pt x="461779" y="2230860"/>
                  </a:lnTo>
                  <a:lnTo>
                    <a:pt x="501594" y="2262092"/>
                  </a:lnTo>
                  <a:lnTo>
                    <a:pt x="542692" y="2291742"/>
                  </a:lnTo>
                  <a:lnTo>
                    <a:pt x="585029" y="2319766"/>
                  </a:lnTo>
                  <a:lnTo>
                    <a:pt x="628561" y="2346121"/>
                  </a:lnTo>
                  <a:lnTo>
                    <a:pt x="673118" y="2370620"/>
                  </a:lnTo>
                  <a:lnTo>
                    <a:pt x="718526" y="2393260"/>
                  </a:lnTo>
                  <a:lnTo>
                    <a:pt x="764724" y="2414024"/>
                  </a:lnTo>
                  <a:lnTo>
                    <a:pt x="811656" y="2432894"/>
                  </a:lnTo>
                  <a:lnTo>
                    <a:pt x="859263" y="2449854"/>
                  </a:lnTo>
                  <a:lnTo>
                    <a:pt x="907487" y="2464884"/>
                  </a:lnTo>
                  <a:lnTo>
                    <a:pt x="956271" y="2477968"/>
                  </a:lnTo>
                  <a:lnTo>
                    <a:pt x="1005556" y="2489087"/>
                  </a:lnTo>
                  <a:lnTo>
                    <a:pt x="1055285" y="2498224"/>
                  </a:lnTo>
                  <a:lnTo>
                    <a:pt x="1105400" y="2505362"/>
                  </a:lnTo>
                  <a:lnTo>
                    <a:pt x="1155842" y="2510482"/>
                  </a:lnTo>
                  <a:lnTo>
                    <a:pt x="1206554" y="2513567"/>
                  </a:lnTo>
                  <a:lnTo>
                    <a:pt x="1257477" y="2514600"/>
                  </a:lnTo>
                  <a:lnTo>
                    <a:pt x="1308325" y="2513567"/>
                  </a:lnTo>
                  <a:lnTo>
                    <a:pt x="1358972" y="2510482"/>
                  </a:lnTo>
                  <a:lnTo>
                    <a:pt x="1409361" y="2505362"/>
                  </a:lnTo>
                  <a:lnTo>
                    <a:pt x="1459432" y="2498224"/>
                  </a:lnTo>
                  <a:lnTo>
                    <a:pt x="1509125" y="2489087"/>
                  </a:lnTo>
                  <a:lnTo>
                    <a:pt x="1558383" y="2477968"/>
                  </a:lnTo>
                  <a:lnTo>
                    <a:pt x="1607147" y="2464884"/>
                  </a:lnTo>
                  <a:lnTo>
                    <a:pt x="1655357" y="2449854"/>
                  </a:lnTo>
                  <a:lnTo>
                    <a:pt x="1702954" y="2432894"/>
                  </a:lnTo>
                  <a:lnTo>
                    <a:pt x="1749879" y="2414024"/>
                  </a:lnTo>
                  <a:lnTo>
                    <a:pt x="1796075" y="2393260"/>
                  </a:lnTo>
                  <a:lnTo>
                    <a:pt x="1841481" y="2370620"/>
                  </a:lnTo>
                  <a:lnTo>
                    <a:pt x="1886038" y="2346121"/>
                  </a:lnTo>
                  <a:lnTo>
                    <a:pt x="1929570" y="2319766"/>
                  </a:lnTo>
                  <a:lnTo>
                    <a:pt x="1971907" y="2291742"/>
                  </a:lnTo>
                  <a:lnTo>
                    <a:pt x="2013005" y="2262092"/>
                  </a:lnTo>
                  <a:lnTo>
                    <a:pt x="2052820" y="2230860"/>
                  </a:lnTo>
                  <a:lnTo>
                    <a:pt x="2091308" y="2198088"/>
                  </a:lnTo>
                  <a:lnTo>
                    <a:pt x="2128425" y="2163821"/>
                  </a:lnTo>
                  <a:lnTo>
                    <a:pt x="2164126" y="2128100"/>
                  </a:lnTo>
                  <a:lnTo>
                    <a:pt x="2198367" y="2090970"/>
                  </a:lnTo>
                  <a:lnTo>
                    <a:pt x="2231103" y="2052473"/>
                  </a:lnTo>
                  <a:lnTo>
                    <a:pt x="2262291" y="2012652"/>
                  </a:lnTo>
                  <a:lnTo>
                    <a:pt x="2291886" y="1971552"/>
                  </a:lnTo>
                  <a:lnTo>
                    <a:pt x="2319844" y="1929214"/>
                  </a:lnTo>
                  <a:lnTo>
                    <a:pt x="2346121" y="1885683"/>
                  </a:lnTo>
                  <a:lnTo>
                    <a:pt x="2370690" y="1841125"/>
                  </a:lnTo>
                  <a:lnTo>
                    <a:pt x="2393377" y="1795718"/>
                  </a:lnTo>
                  <a:lnTo>
                    <a:pt x="2414169" y="1749522"/>
                  </a:lnTo>
                  <a:lnTo>
                    <a:pt x="2433052" y="1702596"/>
                  </a:lnTo>
                  <a:lnTo>
                    <a:pt x="2450009" y="1654997"/>
                  </a:lnTo>
                  <a:lnTo>
                    <a:pt x="2465027" y="1606787"/>
                  </a:lnTo>
                  <a:lnTo>
                    <a:pt x="2478090" y="1558023"/>
                  </a:lnTo>
                  <a:lnTo>
                    <a:pt x="2489184" y="1508764"/>
                  </a:lnTo>
                  <a:lnTo>
                    <a:pt x="2498294" y="1459070"/>
                  </a:lnTo>
                  <a:lnTo>
                    <a:pt x="2505406" y="1409000"/>
                  </a:lnTo>
                  <a:lnTo>
                    <a:pt x="2510503" y="1358613"/>
                  </a:lnTo>
                  <a:lnTo>
                    <a:pt x="2513573" y="1307967"/>
                  </a:lnTo>
                  <a:lnTo>
                    <a:pt x="2514600" y="1257122"/>
                  </a:lnTo>
                  <a:lnTo>
                    <a:pt x="2513573" y="1206274"/>
                  </a:lnTo>
                  <a:lnTo>
                    <a:pt x="2510503" y="1155627"/>
                  </a:lnTo>
                  <a:lnTo>
                    <a:pt x="2505406" y="1105238"/>
                  </a:lnTo>
                  <a:lnTo>
                    <a:pt x="2498294" y="1055167"/>
                  </a:lnTo>
                  <a:lnTo>
                    <a:pt x="2489184" y="1005474"/>
                  </a:lnTo>
                  <a:lnTo>
                    <a:pt x="2478090" y="956216"/>
                  </a:lnTo>
                  <a:lnTo>
                    <a:pt x="2465027" y="907452"/>
                  </a:lnTo>
                  <a:lnTo>
                    <a:pt x="2450009" y="859242"/>
                  </a:lnTo>
                  <a:lnTo>
                    <a:pt x="2433052" y="811645"/>
                  </a:lnTo>
                  <a:lnTo>
                    <a:pt x="2414169" y="764720"/>
                  </a:lnTo>
                  <a:lnTo>
                    <a:pt x="2393377" y="718524"/>
                  </a:lnTo>
                  <a:lnTo>
                    <a:pt x="2370690" y="673118"/>
                  </a:lnTo>
                  <a:lnTo>
                    <a:pt x="2346121" y="628561"/>
                  </a:lnTo>
                  <a:lnTo>
                    <a:pt x="2319844" y="585029"/>
                  </a:lnTo>
                  <a:lnTo>
                    <a:pt x="2291886" y="542691"/>
                  </a:lnTo>
                  <a:lnTo>
                    <a:pt x="2262291" y="501590"/>
                  </a:lnTo>
                  <a:lnTo>
                    <a:pt x="2231103" y="461768"/>
                  </a:lnTo>
                  <a:lnTo>
                    <a:pt x="2198367" y="423270"/>
                  </a:lnTo>
                  <a:lnTo>
                    <a:pt x="2164126" y="386139"/>
                  </a:lnTo>
                  <a:lnTo>
                    <a:pt x="2128425" y="350418"/>
                  </a:lnTo>
                  <a:lnTo>
                    <a:pt x="2091308" y="316150"/>
                  </a:lnTo>
                  <a:lnTo>
                    <a:pt x="2052820" y="283378"/>
                  </a:lnTo>
                  <a:lnTo>
                    <a:pt x="2013005" y="252146"/>
                  </a:lnTo>
                  <a:lnTo>
                    <a:pt x="1971907" y="222497"/>
                  </a:lnTo>
                  <a:lnTo>
                    <a:pt x="1929570" y="194475"/>
                  </a:lnTo>
                  <a:lnTo>
                    <a:pt x="1886038" y="168122"/>
                  </a:lnTo>
                  <a:lnTo>
                    <a:pt x="1841481" y="143630"/>
                  </a:lnTo>
                  <a:lnTo>
                    <a:pt x="1796075" y="121006"/>
                  </a:lnTo>
                  <a:lnTo>
                    <a:pt x="1749879" y="100268"/>
                  </a:lnTo>
                  <a:lnTo>
                    <a:pt x="1702954" y="81429"/>
                  </a:lnTo>
                  <a:lnTo>
                    <a:pt x="1655357" y="64507"/>
                  </a:lnTo>
                  <a:lnTo>
                    <a:pt x="1607147" y="49517"/>
                  </a:lnTo>
                  <a:lnTo>
                    <a:pt x="1558383" y="36474"/>
                  </a:lnTo>
                  <a:lnTo>
                    <a:pt x="1509125" y="25395"/>
                  </a:lnTo>
                  <a:lnTo>
                    <a:pt x="1459432" y="16294"/>
                  </a:lnTo>
                  <a:lnTo>
                    <a:pt x="1409361" y="9189"/>
                  </a:lnTo>
                  <a:lnTo>
                    <a:pt x="1358972" y="4094"/>
                  </a:lnTo>
                  <a:lnTo>
                    <a:pt x="1308325" y="1026"/>
                  </a:lnTo>
                  <a:lnTo>
                    <a:pt x="1257477" y="0"/>
                  </a:lnTo>
                  <a:close/>
                </a:path>
              </a:pathLst>
            </a:custGeom>
            <a:solidFill>
              <a:srgbClr val="eef8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9" name="object 12"/>
            <p:cNvPicPr/>
            <p:nvPr/>
          </p:nvPicPr>
          <p:blipFill>
            <a:blip r:embed="rId4"/>
            <a:stretch/>
          </p:blipFill>
          <p:spPr>
            <a:xfrm>
              <a:off x="9122040" y="2012760"/>
              <a:ext cx="1542600" cy="1542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0" name="object 13"/>
            <p:cNvSpPr/>
            <p:nvPr/>
          </p:nvSpPr>
          <p:spPr>
            <a:xfrm>
              <a:off x="9162000" y="2029680"/>
              <a:ext cx="1462680" cy="1462680"/>
            </a:xfrm>
            <a:custGeom>
              <a:avLst/>
              <a:gdLst>
                <a:gd name="textAreaLeft" fmla="*/ 0 w 1462680"/>
                <a:gd name="textAreaRight" fmla="*/ 1463040 w 1462680"/>
                <a:gd name="textAreaTop" fmla="*/ 0 h 1462680"/>
                <a:gd name="textAreaBottom" fmla="*/ 1463040 h 1462680"/>
              </a:gdLst>
              <a:ahLst/>
              <a:cxnLst/>
              <a:rect l="textAreaLeft" t="textAreaTop" r="textAreaRight" b="textAreaBottom"/>
              <a:pathLst>
                <a:path w="1463040" h="1463039">
                  <a:moveTo>
                    <a:pt x="731520" y="0"/>
                  </a:moveTo>
                  <a:lnTo>
                    <a:pt x="683469" y="1579"/>
                  </a:lnTo>
                  <a:lnTo>
                    <a:pt x="635797" y="6289"/>
                  </a:lnTo>
                  <a:lnTo>
                    <a:pt x="588647" y="14088"/>
                  </a:lnTo>
                  <a:lnTo>
                    <a:pt x="542162" y="24933"/>
                  </a:lnTo>
                  <a:lnTo>
                    <a:pt x="496488" y="38782"/>
                  </a:lnTo>
                  <a:lnTo>
                    <a:pt x="451767" y="55592"/>
                  </a:lnTo>
                  <a:lnTo>
                    <a:pt x="408143" y="75322"/>
                  </a:lnTo>
                  <a:lnTo>
                    <a:pt x="365759" y="97929"/>
                  </a:lnTo>
                  <a:lnTo>
                    <a:pt x="324956" y="123376"/>
                  </a:lnTo>
                  <a:lnTo>
                    <a:pt x="286044" y="151320"/>
                  </a:lnTo>
                  <a:lnTo>
                    <a:pt x="249123" y="181660"/>
                  </a:lnTo>
                  <a:lnTo>
                    <a:pt x="214295" y="214295"/>
                  </a:lnTo>
                  <a:lnTo>
                    <a:pt x="181660" y="249123"/>
                  </a:lnTo>
                  <a:lnTo>
                    <a:pt x="151320" y="286044"/>
                  </a:lnTo>
                  <a:lnTo>
                    <a:pt x="123376" y="324956"/>
                  </a:lnTo>
                  <a:lnTo>
                    <a:pt x="97929" y="365760"/>
                  </a:lnTo>
                  <a:lnTo>
                    <a:pt x="75322" y="408143"/>
                  </a:lnTo>
                  <a:lnTo>
                    <a:pt x="55592" y="451767"/>
                  </a:lnTo>
                  <a:lnTo>
                    <a:pt x="38782" y="496488"/>
                  </a:lnTo>
                  <a:lnTo>
                    <a:pt x="24933" y="542163"/>
                  </a:lnTo>
                  <a:lnTo>
                    <a:pt x="14088" y="588647"/>
                  </a:lnTo>
                  <a:lnTo>
                    <a:pt x="6289" y="635797"/>
                  </a:lnTo>
                  <a:lnTo>
                    <a:pt x="1579" y="683469"/>
                  </a:lnTo>
                  <a:lnTo>
                    <a:pt x="0" y="731519"/>
                  </a:lnTo>
                  <a:lnTo>
                    <a:pt x="1579" y="779574"/>
                  </a:lnTo>
                  <a:lnTo>
                    <a:pt x="6289" y="827248"/>
                  </a:lnTo>
                  <a:lnTo>
                    <a:pt x="14088" y="874398"/>
                  </a:lnTo>
                  <a:lnTo>
                    <a:pt x="24933" y="920881"/>
                  </a:lnTo>
                  <a:lnTo>
                    <a:pt x="38782" y="966554"/>
                  </a:lnTo>
                  <a:lnTo>
                    <a:pt x="55592" y="1011274"/>
                  </a:lnTo>
                  <a:lnTo>
                    <a:pt x="75322" y="1054897"/>
                  </a:lnTo>
                  <a:lnTo>
                    <a:pt x="97929" y="1097279"/>
                  </a:lnTo>
                  <a:lnTo>
                    <a:pt x="123376" y="1138083"/>
                  </a:lnTo>
                  <a:lnTo>
                    <a:pt x="151320" y="1176997"/>
                  </a:lnTo>
                  <a:lnTo>
                    <a:pt x="181660" y="1213920"/>
                  </a:lnTo>
                  <a:lnTo>
                    <a:pt x="214295" y="1248751"/>
                  </a:lnTo>
                  <a:lnTo>
                    <a:pt x="249123" y="1281388"/>
                  </a:lnTo>
                  <a:lnTo>
                    <a:pt x="286044" y="1311730"/>
                  </a:lnTo>
                  <a:lnTo>
                    <a:pt x="324956" y="1339675"/>
                  </a:lnTo>
                  <a:lnTo>
                    <a:pt x="365759" y="1365123"/>
                  </a:lnTo>
                  <a:lnTo>
                    <a:pt x="408143" y="1387729"/>
                  </a:lnTo>
                  <a:lnTo>
                    <a:pt x="451767" y="1407458"/>
                  </a:lnTo>
                  <a:lnTo>
                    <a:pt x="496488" y="1424266"/>
                  </a:lnTo>
                  <a:lnTo>
                    <a:pt x="542163" y="1438113"/>
                  </a:lnTo>
                  <a:lnTo>
                    <a:pt x="588647" y="1448955"/>
                  </a:lnTo>
                  <a:lnTo>
                    <a:pt x="635797" y="1456752"/>
                  </a:lnTo>
                  <a:lnTo>
                    <a:pt x="683469" y="1461461"/>
                  </a:lnTo>
                  <a:lnTo>
                    <a:pt x="731520" y="1463039"/>
                  </a:lnTo>
                  <a:lnTo>
                    <a:pt x="779574" y="1461461"/>
                  </a:lnTo>
                  <a:lnTo>
                    <a:pt x="827248" y="1456752"/>
                  </a:lnTo>
                  <a:lnTo>
                    <a:pt x="874398" y="1448955"/>
                  </a:lnTo>
                  <a:lnTo>
                    <a:pt x="920881" y="1438113"/>
                  </a:lnTo>
                  <a:lnTo>
                    <a:pt x="966554" y="1424266"/>
                  </a:lnTo>
                  <a:lnTo>
                    <a:pt x="1011274" y="1407458"/>
                  </a:lnTo>
                  <a:lnTo>
                    <a:pt x="1054897" y="1387729"/>
                  </a:lnTo>
                  <a:lnTo>
                    <a:pt x="1097279" y="1365123"/>
                  </a:lnTo>
                  <a:lnTo>
                    <a:pt x="1138083" y="1339675"/>
                  </a:lnTo>
                  <a:lnTo>
                    <a:pt x="1176997" y="1311730"/>
                  </a:lnTo>
                  <a:lnTo>
                    <a:pt x="1213920" y="1281388"/>
                  </a:lnTo>
                  <a:lnTo>
                    <a:pt x="1248751" y="1248751"/>
                  </a:lnTo>
                  <a:lnTo>
                    <a:pt x="1281388" y="1213920"/>
                  </a:lnTo>
                  <a:lnTo>
                    <a:pt x="1311730" y="1176997"/>
                  </a:lnTo>
                  <a:lnTo>
                    <a:pt x="1339675" y="1138083"/>
                  </a:lnTo>
                  <a:lnTo>
                    <a:pt x="1365123" y="1097279"/>
                  </a:lnTo>
                  <a:lnTo>
                    <a:pt x="1387729" y="1054897"/>
                  </a:lnTo>
                  <a:lnTo>
                    <a:pt x="1407458" y="1011274"/>
                  </a:lnTo>
                  <a:lnTo>
                    <a:pt x="1424266" y="966554"/>
                  </a:lnTo>
                  <a:lnTo>
                    <a:pt x="1438113" y="920881"/>
                  </a:lnTo>
                  <a:lnTo>
                    <a:pt x="1448955" y="874398"/>
                  </a:lnTo>
                  <a:lnTo>
                    <a:pt x="1456752" y="827248"/>
                  </a:lnTo>
                  <a:lnTo>
                    <a:pt x="1461461" y="779574"/>
                  </a:lnTo>
                  <a:lnTo>
                    <a:pt x="1463039" y="731519"/>
                  </a:lnTo>
                  <a:lnTo>
                    <a:pt x="1461461" y="683469"/>
                  </a:lnTo>
                  <a:lnTo>
                    <a:pt x="1456752" y="635797"/>
                  </a:lnTo>
                  <a:lnTo>
                    <a:pt x="1448955" y="588647"/>
                  </a:lnTo>
                  <a:lnTo>
                    <a:pt x="1438113" y="542163"/>
                  </a:lnTo>
                  <a:lnTo>
                    <a:pt x="1424266" y="496488"/>
                  </a:lnTo>
                  <a:lnTo>
                    <a:pt x="1407458" y="451767"/>
                  </a:lnTo>
                  <a:lnTo>
                    <a:pt x="1387729" y="408143"/>
                  </a:lnTo>
                  <a:lnTo>
                    <a:pt x="1365123" y="365760"/>
                  </a:lnTo>
                  <a:lnTo>
                    <a:pt x="1339675" y="324956"/>
                  </a:lnTo>
                  <a:lnTo>
                    <a:pt x="1311730" y="286044"/>
                  </a:lnTo>
                  <a:lnTo>
                    <a:pt x="1281388" y="249123"/>
                  </a:lnTo>
                  <a:lnTo>
                    <a:pt x="1248751" y="214295"/>
                  </a:lnTo>
                  <a:lnTo>
                    <a:pt x="1213920" y="181660"/>
                  </a:lnTo>
                  <a:lnTo>
                    <a:pt x="1176997" y="151320"/>
                  </a:lnTo>
                  <a:lnTo>
                    <a:pt x="1138083" y="123376"/>
                  </a:lnTo>
                  <a:lnTo>
                    <a:pt x="1097279" y="97929"/>
                  </a:lnTo>
                  <a:lnTo>
                    <a:pt x="1054897" y="75322"/>
                  </a:lnTo>
                  <a:lnTo>
                    <a:pt x="1011274" y="55592"/>
                  </a:lnTo>
                  <a:lnTo>
                    <a:pt x="966554" y="38782"/>
                  </a:lnTo>
                  <a:lnTo>
                    <a:pt x="920881" y="24933"/>
                  </a:lnTo>
                  <a:lnTo>
                    <a:pt x="874398" y="14088"/>
                  </a:lnTo>
                  <a:lnTo>
                    <a:pt x="827248" y="6289"/>
                  </a:lnTo>
                  <a:lnTo>
                    <a:pt x="779574" y="1579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40bd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" name="object 14"/>
          <p:cNvSpPr/>
          <p:nvPr/>
        </p:nvSpPr>
        <p:spPr>
          <a:xfrm>
            <a:off x="9468000" y="2220120"/>
            <a:ext cx="85896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7120" bIns="0" anchor="t">
            <a:spAutoFit/>
          </a:bodyPr>
          <a:p>
            <a:pPr algn="ctr">
              <a:lnSpc>
                <a:spcPct val="100000"/>
              </a:lnSpc>
              <a:spcBef>
                <a:spcPts val="1395"/>
              </a:spcBef>
            </a:pPr>
            <a:r>
              <a:rPr lang="en-IN" sz="2500" b="0" u="none" spc="-26" strike="noStrike">
                <a:solidFill>
                  <a:srgbClr val="ffffff"/>
                </a:solidFill>
                <a:effectLst/>
                <a:uFillTx/>
                <a:latin typeface="Arial MT"/>
              </a:rPr>
              <a:t>AI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24"/>
              </a:spcBef>
            </a:pPr>
            <a:r>
              <a:rPr lang="en-IN" sz="1200" b="0" u="none" spc="-11" strike="noStrike">
                <a:solidFill>
                  <a:srgbClr val="0c1b33"/>
                </a:solidFill>
                <a:effectLst/>
                <a:uFillTx/>
                <a:latin typeface="Arial MT"/>
              </a:rPr>
              <a:t>BLOGNEST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2" name="object 21"/>
          <p:cNvGrpSpPr/>
          <p:nvPr/>
        </p:nvGrpSpPr>
        <p:grpSpPr>
          <a:xfrm>
            <a:off x="599760" y="3530520"/>
            <a:ext cx="1314360" cy="463680"/>
            <a:chOff x="599760" y="3530520"/>
            <a:chExt cx="1314360" cy="463680"/>
          </a:xfrm>
        </p:grpSpPr>
        <p:pic>
          <p:nvPicPr>
            <p:cNvPr id="93" name="object 22"/>
            <p:cNvPicPr/>
            <p:nvPr/>
          </p:nvPicPr>
          <p:blipFill>
            <a:blip r:embed="rId5"/>
            <a:stretch/>
          </p:blipFill>
          <p:spPr>
            <a:xfrm>
              <a:off x="599760" y="3530520"/>
              <a:ext cx="1314360" cy="463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4" name="object 23"/>
            <p:cNvSpPr/>
            <p:nvPr/>
          </p:nvSpPr>
          <p:spPr>
            <a:xfrm>
              <a:off x="639720" y="3547440"/>
              <a:ext cx="1234800" cy="384480"/>
            </a:xfrm>
            <a:custGeom>
              <a:avLst/>
              <a:gdLst>
                <a:gd name="textAreaLeft" fmla="*/ 0 w 1234800"/>
                <a:gd name="textAreaRight" fmla="*/ 1235160 w 1234800"/>
                <a:gd name="textAreaTop" fmla="*/ 0 h 384480"/>
                <a:gd name="textAreaBottom" fmla="*/ 384840 h 384480"/>
              </a:gdLst>
              <a:ahLst/>
              <a:cxnLst/>
              <a:rect l="textAreaLeft" t="textAreaTop" r="textAreaRight" b="textAreaBottom"/>
              <a:pathLst>
                <a:path w="1235075" h="384810">
                  <a:moveTo>
                    <a:pt x="64439" y="0"/>
                  </a:moveTo>
                  <a:lnTo>
                    <a:pt x="25397" y="13357"/>
                  </a:lnTo>
                  <a:lnTo>
                    <a:pt x="2516" y="47520"/>
                  </a:lnTo>
                  <a:lnTo>
                    <a:pt x="0" y="320395"/>
                  </a:lnTo>
                  <a:lnTo>
                    <a:pt x="538" y="328745"/>
                  </a:lnTo>
                  <a:lnTo>
                    <a:pt x="18735" y="365626"/>
                  </a:lnTo>
                  <a:lnTo>
                    <a:pt x="55728" y="383939"/>
                  </a:lnTo>
                  <a:lnTo>
                    <a:pt x="64071" y="384479"/>
                  </a:lnTo>
                  <a:lnTo>
                    <a:pt x="1170711" y="384479"/>
                  </a:lnTo>
                  <a:lnTo>
                    <a:pt x="1209753" y="371122"/>
                  </a:lnTo>
                  <a:lnTo>
                    <a:pt x="1232635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7" y="25402"/>
                  </a:lnTo>
                  <a:lnTo>
                    <a:pt x="1187275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37cb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5" name="object 24"/>
          <p:cNvSpPr/>
          <p:nvPr/>
        </p:nvSpPr>
        <p:spPr>
          <a:xfrm>
            <a:off x="1055520" y="3643920"/>
            <a:ext cx="402840" cy="1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IN" sz="85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Node.js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6" name="object 25"/>
          <p:cNvGrpSpPr/>
          <p:nvPr/>
        </p:nvGrpSpPr>
        <p:grpSpPr>
          <a:xfrm>
            <a:off x="1953000" y="3530520"/>
            <a:ext cx="1314360" cy="463680"/>
            <a:chOff x="1953000" y="3530520"/>
            <a:chExt cx="1314360" cy="463680"/>
          </a:xfrm>
        </p:grpSpPr>
        <p:pic>
          <p:nvPicPr>
            <p:cNvPr id="97" name="object 26"/>
            <p:cNvPicPr/>
            <p:nvPr/>
          </p:nvPicPr>
          <p:blipFill>
            <a:blip r:embed="rId6"/>
            <a:stretch/>
          </p:blipFill>
          <p:spPr>
            <a:xfrm>
              <a:off x="1953000" y="3530520"/>
              <a:ext cx="1314360" cy="463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8" name="object 27"/>
            <p:cNvSpPr/>
            <p:nvPr/>
          </p:nvSpPr>
          <p:spPr>
            <a:xfrm>
              <a:off x="1992960" y="3547440"/>
              <a:ext cx="1234800" cy="384480"/>
            </a:xfrm>
            <a:custGeom>
              <a:avLst/>
              <a:gdLst>
                <a:gd name="textAreaLeft" fmla="*/ 0 w 1234800"/>
                <a:gd name="textAreaRight" fmla="*/ 1235160 w 1234800"/>
                <a:gd name="textAreaTop" fmla="*/ 0 h 384480"/>
                <a:gd name="textAreaBottom" fmla="*/ 384840 h 384480"/>
              </a:gdLst>
              <a:ahLst/>
              <a:cxnLst/>
              <a:rect l="textAreaLeft" t="textAreaTop" r="textAreaRight" b="textAreaBottom"/>
              <a:pathLst>
                <a:path w="1235075" h="384810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320395"/>
                  </a:lnTo>
                  <a:lnTo>
                    <a:pt x="540" y="328745"/>
                  </a:lnTo>
                  <a:lnTo>
                    <a:pt x="18737" y="365626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170724" y="384479"/>
                  </a:lnTo>
                  <a:lnTo>
                    <a:pt x="1209755" y="371122"/>
                  </a:lnTo>
                  <a:lnTo>
                    <a:pt x="1232639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7" y="25402"/>
                  </a:lnTo>
                  <a:lnTo>
                    <a:pt x="1187276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b9b9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9" name="object 28"/>
          <p:cNvSpPr/>
          <p:nvPr/>
        </p:nvSpPr>
        <p:spPr>
          <a:xfrm>
            <a:off x="2336760" y="3643920"/>
            <a:ext cx="545760" cy="1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IN" sz="85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Express.js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0" name="object 29"/>
          <p:cNvGrpSpPr/>
          <p:nvPr/>
        </p:nvGrpSpPr>
        <p:grpSpPr>
          <a:xfrm>
            <a:off x="3471120" y="3530520"/>
            <a:ext cx="1314360" cy="463680"/>
            <a:chOff x="3471120" y="3530520"/>
            <a:chExt cx="1314360" cy="463680"/>
          </a:xfrm>
        </p:grpSpPr>
        <p:pic>
          <p:nvPicPr>
            <p:cNvPr id="101" name="object 30"/>
            <p:cNvPicPr/>
            <p:nvPr/>
          </p:nvPicPr>
          <p:blipFill>
            <a:blip r:embed="rId7"/>
            <a:stretch/>
          </p:blipFill>
          <p:spPr>
            <a:xfrm>
              <a:off x="3471120" y="3530520"/>
              <a:ext cx="1314360" cy="463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2" name="object 31"/>
            <p:cNvSpPr/>
            <p:nvPr/>
          </p:nvSpPr>
          <p:spPr>
            <a:xfrm>
              <a:off x="3511080" y="3547440"/>
              <a:ext cx="1234800" cy="384480"/>
            </a:xfrm>
            <a:custGeom>
              <a:avLst/>
              <a:gdLst>
                <a:gd name="textAreaLeft" fmla="*/ 0 w 1234800"/>
                <a:gd name="textAreaRight" fmla="*/ 1235160 w 1234800"/>
                <a:gd name="textAreaTop" fmla="*/ 0 h 384480"/>
                <a:gd name="textAreaBottom" fmla="*/ 384840 h 384480"/>
              </a:gdLst>
              <a:ahLst/>
              <a:cxnLst/>
              <a:rect l="textAreaLeft" t="textAreaTop" r="textAreaRight" b="textAreaBottom"/>
              <a:pathLst>
                <a:path w="1235075" h="384810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320395"/>
                  </a:lnTo>
                  <a:lnTo>
                    <a:pt x="540" y="328745"/>
                  </a:lnTo>
                  <a:lnTo>
                    <a:pt x="18737" y="365626"/>
                  </a:lnTo>
                  <a:lnTo>
                    <a:pt x="18853" y="365759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170724" y="384479"/>
                  </a:lnTo>
                  <a:lnTo>
                    <a:pt x="1209761" y="371122"/>
                  </a:lnTo>
                  <a:lnTo>
                    <a:pt x="1232639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8" y="25402"/>
                  </a:lnTo>
                  <a:lnTo>
                    <a:pt x="1187278" y="2517"/>
                  </a:lnTo>
                  <a:lnTo>
                    <a:pt x="117072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40bd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3" name="object 32"/>
          <p:cNvSpPr/>
          <p:nvPr/>
        </p:nvSpPr>
        <p:spPr>
          <a:xfrm>
            <a:off x="3862440" y="3643920"/>
            <a:ext cx="530640" cy="1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IN" sz="850" b="0" u="none" spc="-11" strike="noStrike">
                <a:solidFill>
                  <a:srgbClr val="ffffff"/>
                </a:solidFill>
                <a:effectLst/>
                <a:uFillTx/>
                <a:latin typeface="Arial MT"/>
              </a:rPr>
              <a:t>MongoDB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4" name="object 33"/>
          <p:cNvGrpSpPr/>
          <p:nvPr/>
        </p:nvGrpSpPr>
        <p:grpSpPr>
          <a:xfrm>
            <a:off x="4879080" y="3530520"/>
            <a:ext cx="1314360" cy="463680"/>
            <a:chOff x="4879080" y="3530520"/>
            <a:chExt cx="1314360" cy="463680"/>
          </a:xfrm>
        </p:grpSpPr>
        <p:pic>
          <p:nvPicPr>
            <p:cNvPr id="105" name="object 34"/>
            <p:cNvPicPr/>
            <p:nvPr/>
          </p:nvPicPr>
          <p:blipFill>
            <a:blip r:embed="rId8"/>
            <a:stretch/>
          </p:blipFill>
          <p:spPr>
            <a:xfrm>
              <a:off x="4879080" y="3530520"/>
              <a:ext cx="1314360" cy="463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6" name="object 35"/>
            <p:cNvSpPr/>
            <p:nvPr/>
          </p:nvSpPr>
          <p:spPr>
            <a:xfrm>
              <a:off x="4919040" y="3547440"/>
              <a:ext cx="1234800" cy="384480"/>
            </a:xfrm>
            <a:custGeom>
              <a:avLst/>
              <a:gdLst>
                <a:gd name="textAreaLeft" fmla="*/ 0 w 1234800"/>
                <a:gd name="textAreaRight" fmla="*/ 1235160 w 1234800"/>
                <a:gd name="textAreaTop" fmla="*/ 0 h 384480"/>
                <a:gd name="textAreaBottom" fmla="*/ 384840 h 384480"/>
              </a:gdLst>
              <a:ahLst/>
              <a:cxnLst/>
              <a:rect l="textAreaLeft" t="textAreaTop" r="textAreaRight" b="textAreaBottom"/>
              <a:pathLst>
                <a:path w="1235075" h="384810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320395"/>
                  </a:lnTo>
                  <a:lnTo>
                    <a:pt x="540" y="328745"/>
                  </a:lnTo>
                  <a:lnTo>
                    <a:pt x="18737" y="365626"/>
                  </a:lnTo>
                  <a:lnTo>
                    <a:pt x="18853" y="365759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170724" y="384479"/>
                  </a:lnTo>
                  <a:lnTo>
                    <a:pt x="1209755" y="371122"/>
                  </a:lnTo>
                  <a:lnTo>
                    <a:pt x="1232639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7" y="25402"/>
                  </a:lnTo>
                  <a:lnTo>
                    <a:pt x="1187276" y="2517"/>
                  </a:lnTo>
                  <a:lnTo>
                    <a:pt x="117072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0c1b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7" name="object 36"/>
          <p:cNvSpPr/>
          <p:nvPr/>
        </p:nvSpPr>
        <p:spPr>
          <a:xfrm>
            <a:off x="5275800" y="3643920"/>
            <a:ext cx="520200" cy="1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IN" sz="85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Gemini</a:t>
            </a:r>
            <a:r>
              <a:rPr lang="en-IN" sz="850" b="0" u="none" spc="91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pc="-26" strike="noStrike">
                <a:solidFill>
                  <a:srgbClr val="ffffff"/>
                </a:solidFill>
                <a:effectLst/>
                <a:uFillTx/>
                <a:latin typeface="Arial MT"/>
              </a:rPr>
              <a:t>AI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8" name="object 37"/>
          <p:cNvGrpSpPr/>
          <p:nvPr/>
        </p:nvGrpSpPr>
        <p:grpSpPr>
          <a:xfrm>
            <a:off x="576720" y="4202640"/>
            <a:ext cx="11016360" cy="1442160"/>
            <a:chOff x="576720" y="4202640"/>
            <a:chExt cx="11016360" cy="1442160"/>
          </a:xfrm>
        </p:grpSpPr>
        <p:pic>
          <p:nvPicPr>
            <p:cNvPr id="109" name="object 38"/>
            <p:cNvPicPr/>
            <p:nvPr/>
          </p:nvPicPr>
          <p:blipFill>
            <a:blip r:embed="rId9"/>
            <a:stretch/>
          </p:blipFill>
          <p:spPr>
            <a:xfrm>
              <a:off x="576720" y="4202640"/>
              <a:ext cx="11016360" cy="1442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0" name="object 39"/>
            <p:cNvSpPr/>
            <p:nvPr/>
          </p:nvSpPr>
          <p:spPr>
            <a:xfrm>
              <a:off x="621360" y="4224240"/>
              <a:ext cx="10927440" cy="1353600"/>
            </a:xfrm>
            <a:custGeom>
              <a:avLst/>
              <a:gdLst>
                <a:gd name="textAreaLeft" fmla="*/ 0 w 10927440"/>
                <a:gd name="textAreaRight" fmla="*/ 10927800 w 10927440"/>
                <a:gd name="textAreaTop" fmla="*/ 0 h 1353600"/>
                <a:gd name="textAreaBottom" fmla="*/ 1353960 h 1353600"/>
              </a:gdLst>
              <a:ahLst/>
              <a:cxnLst/>
              <a:rect l="textAreaLeft" t="textAreaTop" r="textAreaRight" b="textAreaBottom"/>
              <a:pathLst>
                <a:path w="10927715" h="1353820">
                  <a:moveTo>
                    <a:pt x="226085" y="0"/>
                  </a:moveTo>
                  <a:lnTo>
                    <a:pt x="167535" y="7694"/>
                  </a:lnTo>
                  <a:lnTo>
                    <a:pt x="113042" y="30238"/>
                  </a:lnTo>
                  <a:lnTo>
                    <a:pt x="66417" y="66240"/>
                  </a:lnTo>
                  <a:lnTo>
                    <a:pt x="30594" y="113042"/>
                  </a:lnTo>
                  <a:lnTo>
                    <a:pt x="8050" y="167357"/>
                  </a:lnTo>
                  <a:lnTo>
                    <a:pt x="355" y="225729"/>
                  </a:lnTo>
                  <a:lnTo>
                    <a:pt x="0" y="1127887"/>
                  </a:lnTo>
                  <a:lnTo>
                    <a:pt x="1940" y="1157446"/>
                  </a:lnTo>
                  <a:lnTo>
                    <a:pt x="17055" y="1214095"/>
                  </a:lnTo>
                  <a:lnTo>
                    <a:pt x="46720" y="1265449"/>
                  </a:lnTo>
                  <a:lnTo>
                    <a:pt x="88460" y="1306939"/>
                  </a:lnTo>
                  <a:lnTo>
                    <a:pt x="139508" y="1336443"/>
                  </a:lnTo>
                  <a:lnTo>
                    <a:pt x="196215" y="1351663"/>
                  </a:lnTo>
                  <a:lnTo>
                    <a:pt x="225717" y="1353604"/>
                  </a:lnTo>
                  <a:lnTo>
                    <a:pt x="10701718" y="1353604"/>
                  </a:lnTo>
                  <a:lnTo>
                    <a:pt x="10760263" y="1345909"/>
                  </a:lnTo>
                  <a:lnTo>
                    <a:pt x="10814761" y="1323365"/>
                  </a:lnTo>
                  <a:lnTo>
                    <a:pt x="10861379" y="1287364"/>
                  </a:lnTo>
                  <a:lnTo>
                    <a:pt x="10897196" y="1240561"/>
                  </a:lnTo>
                  <a:lnTo>
                    <a:pt x="10919678" y="1186432"/>
                  </a:lnTo>
                  <a:lnTo>
                    <a:pt x="10919740" y="1186248"/>
                  </a:lnTo>
                  <a:lnTo>
                    <a:pt x="10925483" y="1157446"/>
                  </a:lnTo>
                  <a:lnTo>
                    <a:pt x="10927435" y="1127887"/>
                  </a:lnTo>
                  <a:lnTo>
                    <a:pt x="10927412" y="225729"/>
                  </a:lnTo>
                  <a:lnTo>
                    <a:pt x="10919740" y="167539"/>
                  </a:lnTo>
                  <a:lnTo>
                    <a:pt x="10897196" y="113042"/>
                  </a:lnTo>
                  <a:lnTo>
                    <a:pt x="10861197" y="66424"/>
                  </a:lnTo>
                  <a:lnTo>
                    <a:pt x="10814405" y="30607"/>
                  </a:lnTo>
                  <a:lnTo>
                    <a:pt x="10760086" y="8062"/>
                  </a:lnTo>
                  <a:lnTo>
                    <a:pt x="10701718" y="368"/>
                  </a:lnTo>
                  <a:lnTo>
                    <a:pt x="22608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object 40"/>
            <p:cNvSpPr/>
            <p:nvPr/>
          </p:nvSpPr>
          <p:spPr>
            <a:xfrm>
              <a:off x="621360" y="4224240"/>
              <a:ext cx="10927440" cy="1353600"/>
            </a:xfrm>
            <a:custGeom>
              <a:avLst/>
              <a:gdLst>
                <a:gd name="textAreaLeft" fmla="*/ 0 w 10927440"/>
                <a:gd name="textAreaRight" fmla="*/ 10927800 w 10927440"/>
                <a:gd name="textAreaTop" fmla="*/ 0 h 1353600"/>
                <a:gd name="textAreaBottom" fmla="*/ 1353960 h 1353600"/>
              </a:gdLst>
              <a:ahLst/>
              <a:cxnLst/>
              <a:rect l="textAreaLeft" t="textAreaTop" r="textAreaRight" b="textAreaBottom"/>
              <a:pathLst>
                <a:path w="10927715" h="1353820">
                  <a:moveTo>
                    <a:pt x="355" y="225729"/>
                  </a:moveTo>
                  <a:lnTo>
                    <a:pt x="2296" y="196220"/>
                  </a:lnTo>
                  <a:lnTo>
                    <a:pt x="8050" y="167357"/>
                  </a:lnTo>
                  <a:lnTo>
                    <a:pt x="30594" y="113042"/>
                  </a:lnTo>
                  <a:lnTo>
                    <a:pt x="66417" y="66240"/>
                  </a:lnTo>
                  <a:lnTo>
                    <a:pt x="113042" y="30238"/>
                  </a:lnTo>
                  <a:lnTo>
                    <a:pt x="167535" y="7694"/>
                  </a:lnTo>
                  <a:lnTo>
                    <a:pt x="226085" y="0"/>
                  </a:lnTo>
                  <a:lnTo>
                    <a:pt x="10701718" y="368"/>
                  </a:lnTo>
                  <a:lnTo>
                    <a:pt x="10760086" y="8062"/>
                  </a:lnTo>
                  <a:lnTo>
                    <a:pt x="10814405" y="30607"/>
                  </a:lnTo>
                  <a:lnTo>
                    <a:pt x="10861197" y="66424"/>
                  </a:lnTo>
                  <a:lnTo>
                    <a:pt x="10897196" y="113042"/>
                  </a:lnTo>
                  <a:lnTo>
                    <a:pt x="10919740" y="167539"/>
                  </a:lnTo>
                  <a:lnTo>
                    <a:pt x="10927435" y="226085"/>
                  </a:lnTo>
                  <a:lnTo>
                    <a:pt x="10927435" y="1127887"/>
                  </a:lnTo>
                  <a:lnTo>
                    <a:pt x="10925495" y="1157388"/>
                  </a:lnTo>
                  <a:lnTo>
                    <a:pt x="10919740" y="1186248"/>
                  </a:lnTo>
                  <a:lnTo>
                    <a:pt x="10897196" y="1240561"/>
                  </a:lnTo>
                  <a:lnTo>
                    <a:pt x="10861379" y="1287364"/>
                  </a:lnTo>
                  <a:lnTo>
                    <a:pt x="10814761" y="1323365"/>
                  </a:lnTo>
                  <a:lnTo>
                    <a:pt x="10760263" y="1345909"/>
                  </a:lnTo>
                  <a:lnTo>
                    <a:pt x="10701718" y="1353604"/>
                  </a:lnTo>
                  <a:lnTo>
                    <a:pt x="225717" y="1353604"/>
                  </a:lnTo>
                  <a:lnTo>
                    <a:pt x="167355" y="1345909"/>
                  </a:lnTo>
                  <a:lnTo>
                    <a:pt x="113042" y="1323365"/>
                  </a:lnTo>
                  <a:lnTo>
                    <a:pt x="66240" y="1287543"/>
                  </a:lnTo>
                  <a:lnTo>
                    <a:pt x="30238" y="1240929"/>
                  </a:lnTo>
                  <a:lnTo>
                    <a:pt x="7694" y="1186432"/>
                  </a:lnTo>
                  <a:lnTo>
                    <a:pt x="0" y="1127887"/>
                  </a:lnTo>
                  <a:lnTo>
                    <a:pt x="355" y="225729"/>
                  </a:lnTo>
                  <a:close/>
                </a:path>
              </a:pathLst>
            </a:custGeom>
            <a:noFill/>
            <a:ln w="9359">
              <a:solidFill>
                <a:srgbClr val="dae7e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2" name="object 41"/>
          <p:cNvSpPr/>
          <p:nvPr/>
        </p:nvSpPr>
        <p:spPr>
          <a:xfrm>
            <a:off x="918720" y="4385520"/>
            <a:ext cx="181584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0" u="none" strike="noStrike">
                <a:solidFill>
                  <a:srgbClr val="137cb0"/>
                </a:solidFill>
                <a:effectLst/>
                <a:uFillTx/>
                <a:latin typeface="Arial MT"/>
              </a:rPr>
              <a:t>PROJECT</a:t>
            </a:r>
            <a:r>
              <a:rPr lang="en-IN" sz="900" b="0" u="none" spc="-40" strike="noStrike">
                <a:solidFill>
                  <a:srgbClr val="137cb0"/>
                </a:solidFill>
                <a:effectLst/>
                <a:uFillTx/>
                <a:latin typeface="Arial MT"/>
              </a:rPr>
              <a:t> </a:t>
            </a:r>
            <a:r>
              <a:rPr lang="en-IN" sz="900" b="0" u="none" strike="noStrike">
                <a:solidFill>
                  <a:srgbClr val="137cb0"/>
                </a:solidFill>
                <a:effectLst/>
                <a:uFillTx/>
                <a:latin typeface="Arial MT"/>
              </a:rPr>
              <a:t>DEVELOPMENT</a:t>
            </a:r>
            <a:r>
              <a:rPr lang="en-IN" sz="900" b="0" u="none" spc="-34" strike="noStrike">
                <a:solidFill>
                  <a:srgbClr val="137cb0"/>
                </a:solidFill>
                <a:effectLst/>
                <a:uFillTx/>
                <a:latin typeface="Arial MT"/>
              </a:rPr>
              <a:t> </a:t>
            </a:r>
            <a:r>
              <a:rPr lang="en-IN" sz="900" b="0" u="none" spc="-20" strike="noStrike">
                <a:solidFill>
                  <a:srgbClr val="137cb0"/>
                </a:solidFill>
                <a:effectLst/>
                <a:uFillTx/>
                <a:latin typeface="Arial MT"/>
              </a:rPr>
              <a:t>TEAM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3" name="object 42"/>
          <p:cNvGrpSpPr/>
          <p:nvPr/>
        </p:nvGrpSpPr>
        <p:grpSpPr>
          <a:xfrm>
            <a:off x="796320" y="4668840"/>
            <a:ext cx="1963800" cy="747360"/>
            <a:chOff x="796320" y="4668840"/>
            <a:chExt cx="1963800" cy="747360"/>
          </a:xfrm>
        </p:grpSpPr>
        <p:pic>
          <p:nvPicPr>
            <p:cNvPr id="114" name="object 43"/>
            <p:cNvPicPr/>
            <p:nvPr/>
          </p:nvPicPr>
          <p:blipFill>
            <a:blip r:embed="rId10"/>
            <a:stretch/>
          </p:blipFill>
          <p:spPr>
            <a:xfrm>
              <a:off x="796320" y="4668840"/>
              <a:ext cx="1963800" cy="747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5" name="object 44"/>
            <p:cNvSpPr/>
            <p:nvPr/>
          </p:nvSpPr>
          <p:spPr>
            <a:xfrm>
              <a:off x="840960" y="4690440"/>
              <a:ext cx="1874880" cy="658800"/>
            </a:xfrm>
            <a:custGeom>
              <a:avLst/>
              <a:gdLst>
                <a:gd name="textAreaLeft" fmla="*/ 0 w 1874880"/>
                <a:gd name="textAreaRight" fmla="*/ 1875240 w 187488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1875155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32224" y="626621"/>
                  </a:lnTo>
                  <a:lnTo>
                    <a:pt x="67882" y="650446"/>
                  </a:lnTo>
                  <a:lnTo>
                    <a:pt x="109804" y="658799"/>
                  </a:lnTo>
                  <a:lnTo>
                    <a:pt x="1765084" y="658799"/>
                  </a:lnTo>
                  <a:lnTo>
                    <a:pt x="1807155" y="650446"/>
                  </a:lnTo>
                  <a:lnTo>
                    <a:pt x="1842657" y="626621"/>
                  </a:lnTo>
                  <a:lnTo>
                    <a:pt x="1866454" y="591066"/>
                  </a:lnTo>
                  <a:lnTo>
                    <a:pt x="1874888" y="548995"/>
                  </a:lnTo>
                  <a:lnTo>
                    <a:pt x="1874865" y="109804"/>
                  </a:lnTo>
                  <a:lnTo>
                    <a:pt x="1866530" y="68088"/>
                  </a:lnTo>
                  <a:lnTo>
                    <a:pt x="1842663" y="32535"/>
                  </a:lnTo>
                  <a:lnTo>
                    <a:pt x="1807005" y="8713"/>
                  </a:lnTo>
                  <a:lnTo>
                    <a:pt x="17650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IN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RAJESRI S</a:t>
              </a: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object 45"/>
            <p:cNvSpPr/>
            <p:nvPr/>
          </p:nvSpPr>
          <p:spPr>
            <a:xfrm>
              <a:off x="840960" y="4690440"/>
              <a:ext cx="1874880" cy="658800"/>
            </a:xfrm>
            <a:custGeom>
              <a:avLst/>
              <a:gdLst>
                <a:gd name="textAreaLeft" fmla="*/ 0 w 1874880"/>
                <a:gd name="textAreaRight" fmla="*/ 1875240 w 187488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1875155" h="65912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765084" y="355"/>
                  </a:lnTo>
                  <a:lnTo>
                    <a:pt x="1807005" y="8713"/>
                  </a:lnTo>
                  <a:lnTo>
                    <a:pt x="1842663" y="32535"/>
                  </a:lnTo>
                  <a:lnTo>
                    <a:pt x="1866530" y="68088"/>
                  </a:lnTo>
                  <a:lnTo>
                    <a:pt x="1874888" y="110159"/>
                  </a:lnTo>
                  <a:lnTo>
                    <a:pt x="1874888" y="548995"/>
                  </a:lnTo>
                  <a:lnTo>
                    <a:pt x="1873948" y="563420"/>
                  </a:lnTo>
                  <a:lnTo>
                    <a:pt x="1871151" y="577438"/>
                  </a:lnTo>
                  <a:lnTo>
                    <a:pt x="1852105" y="615788"/>
                  </a:lnTo>
                  <a:lnTo>
                    <a:pt x="1820164" y="644042"/>
                  </a:lnTo>
                  <a:lnTo>
                    <a:pt x="1779514" y="657860"/>
                  </a:lnTo>
                  <a:lnTo>
                    <a:pt x="1765084" y="658799"/>
                  </a:lnTo>
                  <a:lnTo>
                    <a:pt x="109804" y="658799"/>
                  </a:lnTo>
                  <a:lnTo>
                    <a:pt x="67882" y="650446"/>
                  </a:lnTo>
                  <a:lnTo>
                    <a:pt x="32224" y="626621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804"/>
                  </a:lnTo>
                  <a:close/>
                </a:path>
              </a:pathLst>
            </a:custGeom>
            <a:noFill/>
            <a:ln w="9359">
              <a:solidFill>
                <a:srgbClr val="137cb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7" name="object 46"/>
          <p:cNvSpPr/>
          <p:nvPr/>
        </p:nvSpPr>
        <p:spPr>
          <a:xfrm>
            <a:off x="1028160" y="4781520"/>
            <a:ext cx="59328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lang="en-IN" sz="600" b="0" u="none" strike="noStrike">
                <a:solidFill>
                  <a:srgbClr val="137cb0"/>
                </a:solidFill>
                <a:effectLst/>
                <a:uFillTx/>
                <a:latin typeface="Arial MT"/>
              </a:rPr>
              <a:t>TEAM</a:t>
            </a:r>
            <a:r>
              <a:rPr lang="en-IN" sz="600" b="0" u="none" spc="99" strike="noStrike">
                <a:solidFill>
                  <a:srgbClr val="137cb0"/>
                </a:solidFill>
                <a:effectLst/>
                <a:uFillTx/>
                <a:latin typeface="Arial MT"/>
              </a:rPr>
              <a:t> </a:t>
            </a:r>
            <a:r>
              <a:rPr lang="en-IN" sz="600" b="0" u="none" spc="-11" strike="noStrike">
                <a:solidFill>
                  <a:srgbClr val="137cb0"/>
                </a:solidFill>
                <a:effectLst/>
                <a:uFillTx/>
                <a:latin typeface="Arial MT"/>
              </a:rPr>
              <a:t>LEADER</a:t>
            </a:r>
            <a:endParaRPr lang="en-IN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8" name="object 48"/>
          <p:cNvGrpSpPr/>
          <p:nvPr/>
        </p:nvGrpSpPr>
        <p:grpSpPr>
          <a:xfrm>
            <a:off x="2835360" y="4668840"/>
            <a:ext cx="1963800" cy="747360"/>
            <a:chOff x="2835360" y="4668840"/>
            <a:chExt cx="1963800" cy="747360"/>
          </a:xfrm>
        </p:grpSpPr>
        <p:pic>
          <p:nvPicPr>
            <p:cNvPr id="119" name="object 49"/>
            <p:cNvPicPr/>
            <p:nvPr/>
          </p:nvPicPr>
          <p:blipFill>
            <a:blip r:embed="rId11"/>
            <a:stretch/>
          </p:blipFill>
          <p:spPr>
            <a:xfrm>
              <a:off x="2835360" y="4668840"/>
              <a:ext cx="1963800" cy="747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0" name="object 50"/>
            <p:cNvSpPr/>
            <p:nvPr/>
          </p:nvSpPr>
          <p:spPr>
            <a:xfrm>
              <a:off x="2880000" y="4690440"/>
              <a:ext cx="1874880" cy="658800"/>
            </a:xfrm>
            <a:custGeom>
              <a:avLst/>
              <a:gdLst>
                <a:gd name="textAreaLeft" fmla="*/ 0 w 1874880"/>
                <a:gd name="textAreaRight" fmla="*/ 1875240 w 187488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1875154" h="659129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5" y="577483"/>
                  </a:lnTo>
                  <a:lnTo>
                    <a:pt x="8301" y="590916"/>
                  </a:lnTo>
                  <a:lnTo>
                    <a:pt x="8352" y="591066"/>
                  </a:lnTo>
                  <a:lnTo>
                    <a:pt x="32213" y="626621"/>
                  </a:lnTo>
                  <a:lnTo>
                    <a:pt x="67882" y="650446"/>
                  </a:lnTo>
                  <a:lnTo>
                    <a:pt x="109791" y="658799"/>
                  </a:lnTo>
                  <a:lnTo>
                    <a:pt x="1765071" y="658799"/>
                  </a:lnTo>
                  <a:lnTo>
                    <a:pt x="1807142" y="650446"/>
                  </a:lnTo>
                  <a:lnTo>
                    <a:pt x="1842646" y="626621"/>
                  </a:lnTo>
                  <a:lnTo>
                    <a:pt x="1866447" y="591066"/>
                  </a:lnTo>
                  <a:lnTo>
                    <a:pt x="1866522" y="590916"/>
                  </a:lnTo>
                  <a:lnTo>
                    <a:pt x="1871124" y="577483"/>
                  </a:lnTo>
                  <a:lnTo>
                    <a:pt x="1873934" y="563425"/>
                  </a:lnTo>
                  <a:lnTo>
                    <a:pt x="1874875" y="548995"/>
                  </a:lnTo>
                  <a:lnTo>
                    <a:pt x="1874852" y="109804"/>
                  </a:lnTo>
                  <a:lnTo>
                    <a:pt x="1866522" y="68088"/>
                  </a:lnTo>
                  <a:lnTo>
                    <a:pt x="1842652" y="32535"/>
                  </a:lnTo>
                  <a:lnTo>
                    <a:pt x="1806992" y="8713"/>
                  </a:lnTo>
                  <a:lnTo>
                    <a:pt x="176507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IN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PRIYADHARSHINI A</a:t>
              </a: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object 51"/>
            <p:cNvSpPr/>
            <p:nvPr/>
          </p:nvSpPr>
          <p:spPr>
            <a:xfrm>
              <a:off x="2880000" y="4690440"/>
              <a:ext cx="1874880" cy="658800"/>
            </a:xfrm>
            <a:custGeom>
              <a:avLst/>
              <a:gdLst>
                <a:gd name="textAreaLeft" fmla="*/ 0 w 1874880"/>
                <a:gd name="textAreaRight" fmla="*/ 1875240 w 187488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1875154" h="659129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765071" y="355"/>
                  </a:lnTo>
                  <a:lnTo>
                    <a:pt x="1806992" y="8713"/>
                  </a:lnTo>
                  <a:lnTo>
                    <a:pt x="1842652" y="32535"/>
                  </a:lnTo>
                  <a:lnTo>
                    <a:pt x="1866522" y="68088"/>
                  </a:lnTo>
                  <a:lnTo>
                    <a:pt x="1874875" y="110159"/>
                  </a:lnTo>
                  <a:lnTo>
                    <a:pt x="1874875" y="548995"/>
                  </a:lnTo>
                  <a:lnTo>
                    <a:pt x="1873935" y="563420"/>
                  </a:lnTo>
                  <a:lnTo>
                    <a:pt x="1871140" y="577438"/>
                  </a:lnTo>
                  <a:lnTo>
                    <a:pt x="1852098" y="615788"/>
                  </a:lnTo>
                  <a:lnTo>
                    <a:pt x="1820151" y="644042"/>
                  </a:lnTo>
                  <a:lnTo>
                    <a:pt x="1779501" y="657860"/>
                  </a:lnTo>
                  <a:lnTo>
                    <a:pt x="1765071" y="658799"/>
                  </a:lnTo>
                  <a:lnTo>
                    <a:pt x="109791" y="658799"/>
                  </a:lnTo>
                  <a:lnTo>
                    <a:pt x="67882" y="650446"/>
                  </a:lnTo>
                  <a:lnTo>
                    <a:pt x="32213" y="626621"/>
                  </a:lnTo>
                  <a:lnTo>
                    <a:pt x="8352" y="591066"/>
                  </a:lnTo>
                  <a:lnTo>
                    <a:pt x="0" y="548995"/>
                  </a:lnTo>
                  <a:lnTo>
                    <a:pt x="355" y="109804"/>
                  </a:lnTo>
                  <a:close/>
                </a:path>
              </a:pathLst>
            </a:custGeom>
            <a:noFill/>
            <a:ln w="9359">
              <a:solidFill>
                <a:srgbClr val="dae7e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2" name="object 52"/>
          <p:cNvSpPr/>
          <p:nvPr/>
        </p:nvSpPr>
        <p:spPr>
          <a:xfrm>
            <a:off x="3067200" y="4781520"/>
            <a:ext cx="62748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lang="en-IN" sz="60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TEAM</a:t>
            </a:r>
            <a:r>
              <a:rPr lang="en-IN" sz="600" b="0" u="none" spc="99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600" b="0" u="none" spc="-11" strike="noStrike">
                <a:solidFill>
                  <a:srgbClr val="5a697b"/>
                </a:solidFill>
                <a:effectLst/>
                <a:uFillTx/>
                <a:latin typeface="Arial MT"/>
              </a:rPr>
              <a:t>MEMBER</a:t>
            </a:r>
            <a:endParaRPr lang="en-IN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object 58"/>
          <p:cNvSpPr/>
          <p:nvPr/>
        </p:nvSpPr>
        <p:spPr>
          <a:xfrm>
            <a:off x="5106240" y="4781520"/>
            <a:ext cx="62748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lang="en-IN" sz="60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TEAM</a:t>
            </a:r>
            <a:r>
              <a:rPr lang="en-IN" sz="600" b="0" u="none" spc="99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600" b="0" u="none" spc="-11" strike="noStrike">
                <a:solidFill>
                  <a:srgbClr val="5a697b"/>
                </a:solidFill>
                <a:effectLst/>
                <a:uFillTx/>
                <a:latin typeface="Arial MT"/>
              </a:rPr>
              <a:t>MEMBER</a:t>
            </a:r>
            <a:endParaRPr lang="en-IN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4" name="object 60"/>
          <p:cNvGrpSpPr/>
          <p:nvPr/>
        </p:nvGrpSpPr>
        <p:grpSpPr>
          <a:xfrm>
            <a:off x="6913440" y="4668840"/>
            <a:ext cx="1963800" cy="747360"/>
            <a:chOff x="6913440" y="4668840"/>
            <a:chExt cx="1963800" cy="747360"/>
          </a:xfrm>
        </p:grpSpPr>
        <p:pic>
          <p:nvPicPr>
            <p:cNvPr id="125" name="object 61"/>
            <p:cNvPicPr/>
            <p:nvPr/>
          </p:nvPicPr>
          <p:blipFill>
            <a:blip r:embed="rId12"/>
            <a:stretch/>
          </p:blipFill>
          <p:spPr>
            <a:xfrm>
              <a:off x="6913440" y="4668840"/>
              <a:ext cx="1963800" cy="747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6" name="object 62"/>
            <p:cNvSpPr/>
            <p:nvPr/>
          </p:nvSpPr>
          <p:spPr>
            <a:xfrm>
              <a:off x="6958080" y="4690440"/>
              <a:ext cx="1874880" cy="658800"/>
            </a:xfrm>
            <a:custGeom>
              <a:avLst/>
              <a:gdLst>
                <a:gd name="textAreaLeft" fmla="*/ 0 w 1874880"/>
                <a:gd name="textAreaRight" fmla="*/ 1875240 w 187488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1875154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14770" y="604075"/>
                  </a:lnTo>
                  <a:lnTo>
                    <a:pt x="22686" y="615788"/>
                  </a:lnTo>
                  <a:lnTo>
                    <a:pt x="22788" y="615938"/>
                  </a:lnTo>
                  <a:lnTo>
                    <a:pt x="55079" y="644042"/>
                  </a:lnTo>
                  <a:lnTo>
                    <a:pt x="95379" y="657860"/>
                  </a:lnTo>
                  <a:lnTo>
                    <a:pt x="109804" y="658799"/>
                  </a:lnTo>
                  <a:lnTo>
                    <a:pt x="1765084" y="658799"/>
                  </a:lnTo>
                  <a:lnTo>
                    <a:pt x="1807155" y="650446"/>
                  </a:lnTo>
                  <a:lnTo>
                    <a:pt x="1842657" y="626621"/>
                  </a:lnTo>
                  <a:lnTo>
                    <a:pt x="1866454" y="591066"/>
                  </a:lnTo>
                  <a:lnTo>
                    <a:pt x="1874888" y="548995"/>
                  </a:lnTo>
                  <a:lnTo>
                    <a:pt x="1874865" y="109804"/>
                  </a:lnTo>
                  <a:lnTo>
                    <a:pt x="1866530" y="68088"/>
                  </a:lnTo>
                  <a:lnTo>
                    <a:pt x="1842663" y="32535"/>
                  </a:lnTo>
                  <a:lnTo>
                    <a:pt x="1807005" y="8713"/>
                  </a:lnTo>
                  <a:lnTo>
                    <a:pt x="17650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r>
                <a:rPr lang="en-IN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 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IN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REFANA Y</a:t>
              </a: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object 63"/>
            <p:cNvSpPr/>
            <p:nvPr/>
          </p:nvSpPr>
          <p:spPr>
            <a:xfrm>
              <a:off x="6958080" y="4690440"/>
              <a:ext cx="1874880" cy="658800"/>
            </a:xfrm>
            <a:custGeom>
              <a:avLst/>
              <a:gdLst>
                <a:gd name="textAreaLeft" fmla="*/ 0 w 1874880"/>
                <a:gd name="textAreaRight" fmla="*/ 1875240 w 187488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1875154" h="65912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765084" y="355"/>
                  </a:lnTo>
                  <a:lnTo>
                    <a:pt x="1807005" y="8713"/>
                  </a:lnTo>
                  <a:lnTo>
                    <a:pt x="1842663" y="32535"/>
                  </a:lnTo>
                  <a:lnTo>
                    <a:pt x="1866530" y="68088"/>
                  </a:lnTo>
                  <a:lnTo>
                    <a:pt x="1874888" y="110159"/>
                  </a:lnTo>
                  <a:lnTo>
                    <a:pt x="1874888" y="548995"/>
                  </a:lnTo>
                  <a:lnTo>
                    <a:pt x="1873948" y="563420"/>
                  </a:lnTo>
                  <a:lnTo>
                    <a:pt x="1871151" y="577438"/>
                  </a:lnTo>
                  <a:lnTo>
                    <a:pt x="1852105" y="615788"/>
                  </a:lnTo>
                  <a:lnTo>
                    <a:pt x="1820164" y="644042"/>
                  </a:lnTo>
                  <a:lnTo>
                    <a:pt x="1779514" y="657860"/>
                  </a:lnTo>
                  <a:lnTo>
                    <a:pt x="1765084" y="658799"/>
                  </a:lnTo>
                  <a:lnTo>
                    <a:pt x="109804" y="658799"/>
                  </a:lnTo>
                  <a:lnTo>
                    <a:pt x="67882" y="650446"/>
                  </a:lnTo>
                  <a:lnTo>
                    <a:pt x="32224" y="626621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804"/>
                  </a:lnTo>
                  <a:close/>
                </a:path>
              </a:pathLst>
            </a:custGeom>
            <a:noFill/>
            <a:ln w="9359">
              <a:solidFill>
                <a:srgbClr val="dae7e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8" name="object 64"/>
          <p:cNvSpPr/>
          <p:nvPr/>
        </p:nvSpPr>
        <p:spPr>
          <a:xfrm>
            <a:off x="7145280" y="4781520"/>
            <a:ext cx="62748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lang="en-IN" sz="60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TEAM</a:t>
            </a:r>
            <a:r>
              <a:rPr lang="en-IN" sz="600" b="0" u="none" spc="99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600" b="0" u="none" spc="-11" strike="noStrike">
                <a:solidFill>
                  <a:srgbClr val="5a697b"/>
                </a:solidFill>
                <a:effectLst/>
                <a:uFillTx/>
                <a:latin typeface="Arial MT"/>
              </a:rPr>
              <a:t>MEMBER</a:t>
            </a:r>
            <a:endParaRPr lang="en-IN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9" name="object 66"/>
          <p:cNvGrpSpPr/>
          <p:nvPr/>
        </p:nvGrpSpPr>
        <p:grpSpPr>
          <a:xfrm>
            <a:off x="8952840" y="4668840"/>
            <a:ext cx="1963800" cy="747360"/>
            <a:chOff x="8952840" y="4668840"/>
            <a:chExt cx="1963800" cy="747360"/>
          </a:xfrm>
        </p:grpSpPr>
        <p:pic>
          <p:nvPicPr>
            <p:cNvPr id="130" name="object 67"/>
            <p:cNvPicPr/>
            <p:nvPr/>
          </p:nvPicPr>
          <p:blipFill>
            <a:blip r:embed="rId13"/>
            <a:stretch/>
          </p:blipFill>
          <p:spPr>
            <a:xfrm>
              <a:off x="8952840" y="4668840"/>
              <a:ext cx="1963800" cy="747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1" name="object 68"/>
            <p:cNvSpPr/>
            <p:nvPr/>
          </p:nvSpPr>
          <p:spPr>
            <a:xfrm>
              <a:off x="8997480" y="4690440"/>
              <a:ext cx="1874880" cy="658800"/>
            </a:xfrm>
            <a:custGeom>
              <a:avLst/>
              <a:gdLst>
                <a:gd name="textAreaLeft" fmla="*/ 0 w 1874880"/>
                <a:gd name="textAreaRight" fmla="*/ 1875240 w 187488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1875154" h="659129">
                  <a:moveTo>
                    <a:pt x="110159" y="0"/>
                  </a:moveTo>
                  <a:lnTo>
                    <a:pt x="68088" y="8352"/>
                  </a:lnTo>
                  <a:lnTo>
                    <a:pt x="32535" y="32223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14757" y="604075"/>
                  </a:lnTo>
                  <a:lnTo>
                    <a:pt x="22681" y="615788"/>
                  </a:lnTo>
                  <a:lnTo>
                    <a:pt x="22783" y="615938"/>
                  </a:lnTo>
                  <a:lnTo>
                    <a:pt x="55079" y="644042"/>
                  </a:lnTo>
                  <a:lnTo>
                    <a:pt x="95379" y="657860"/>
                  </a:lnTo>
                  <a:lnTo>
                    <a:pt x="109804" y="658799"/>
                  </a:lnTo>
                  <a:lnTo>
                    <a:pt x="1765084" y="658799"/>
                  </a:lnTo>
                  <a:lnTo>
                    <a:pt x="1807148" y="650446"/>
                  </a:lnTo>
                  <a:lnTo>
                    <a:pt x="1842657" y="626621"/>
                  </a:lnTo>
                  <a:lnTo>
                    <a:pt x="1866447" y="591066"/>
                  </a:lnTo>
                  <a:lnTo>
                    <a:pt x="1874875" y="548995"/>
                  </a:lnTo>
                  <a:lnTo>
                    <a:pt x="1874852" y="109804"/>
                  </a:lnTo>
                  <a:lnTo>
                    <a:pt x="1866522" y="68088"/>
                  </a:lnTo>
                  <a:lnTo>
                    <a:pt x="1842662" y="32535"/>
                  </a:lnTo>
                  <a:lnTo>
                    <a:pt x="1806992" y="8713"/>
                  </a:lnTo>
                  <a:lnTo>
                    <a:pt x="17650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IN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RENUGA R</a:t>
              </a: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object 69"/>
            <p:cNvSpPr/>
            <p:nvPr/>
          </p:nvSpPr>
          <p:spPr>
            <a:xfrm>
              <a:off x="8997480" y="4690440"/>
              <a:ext cx="1874880" cy="658800"/>
            </a:xfrm>
            <a:custGeom>
              <a:avLst/>
              <a:gdLst>
                <a:gd name="textAreaLeft" fmla="*/ 0 w 1874880"/>
                <a:gd name="textAreaRight" fmla="*/ 1875240 w 187488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1875154" h="659129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765084" y="355"/>
                  </a:lnTo>
                  <a:lnTo>
                    <a:pt x="1806992" y="8713"/>
                  </a:lnTo>
                  <a:lnTo>
                    <a:pt x="1842662" y="32535"/>
                  </a:lnTo>
                  <a:lnTo>
                    <a:pt x="1866522" y="68088"/>
                  </a:lnTo>
                  <a:lnTo>
                    <a:pt x="1874875" y="110159"/>
                  </a:lnTo>
                  <a:lnTo>
                    <a:pt x="1874875" y="548995"/>
                  </a:lnTo>
                  <a:lnTo>
                    <a:pt x="1873935" y="563420"/>
                  </a:lnTo>
                  <a:lnTo>
                    <a:pt x="1871140" y="577438"/>
                  </a:lnTo>
                  <a:lnTo>
                    <a:pt x="1852105" y="615788"/>
                  </a:lnTo>
                  <a:lnTo>
                    <a:pt x="1820164" y="644042"/>
                  </a:lnTo>
                  <a:lnTo>
                    <a:pt x="1779507" y="657860"/>
                  </a:lnTo>
                  <a:lnTo>
                    <a:pt x="1765084" y="658799"/>
                  </a:lnTo>
                  <a:lnTo>
                    <a:pt x="109804" y="658799"/>
                  </a:lnTo>
                  <a:lnTo>
                    <a:pt x="67882" y="650446"/>
                  </a:lnTo>
                  <a:lnTo>
                    <a:pt x="32223" y="626621"/>
                  </a:lnTo>
                  <a:lnTo>
                    <a:pt x="8352" y="591066"/>
                  </a:lnTo>
                  <a:lnTo>
                    <a:pt x="0" y="548995"/>
                  </a:lnTo>
                  <a:lnTo>
                    <a:pt x="355" y="109804"/>
                  </a:lnTo>
                  <a:close/>
                </a:path>
              </a:pathLst>
            </a:custGeom>
            <a:noFill/>
            <a:ln w="9359">
              <a:solidFill>
                <a:srgbClr val="dae7e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3" name="object 70"/>
          <p:cNvSpPr/>
          <p:nvPr/>
        </p:nvSpPr>
        <p:spPr>
          <a:xfrm>
            <a:off x="9184320" y="4781520"/>
            <a:ext cx="62748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lang="en-IN" sz="60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TEAM</a:t>
            </a:r>
            <a:r>
              <a:rPr lang="en-IN" sz="600" b="0" u="none" spc="99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600" b="0" u="none" spc="-11" strike="noStrike">
                <a:solidFill>
                  <a:srgbClr val="5a697b"/>
                </a:solidFill>
                <a:effectLst/>
                <a:uFillTx/>
                <a:latin typeface="Arial MT"/>
              </a:rPr>
              <a:t>MEMBER</a:t>
            </a:r>
            <a:endParaRPr lang="en-IN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object 72"/>
          <p:cNvSpPr/>
          <p:nvPr/>
        </p:nvSpPr>
        <p:spPr>
          <a:xfrm>
            <a:off x="717480" y="6127920"/>
            <a:ext cx="246168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IN" sz="750" b="0" u="none" spc="11" strike="noStrike">
                <a:solidFill>
                  <a:srgbClr val="5a697b"/>
                </a:solidFill>
                <a:effectLst/>
                <a:uFillTx/>
                <a:latin typeface="Arial MT"/>
              </a:rPr>
              <a:t>Department</a:t>
            </a:r>
            <a:r>
              <a:rPr lang="en-IN" sz="750" b="0" u="none" spc="111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750" b="0" u="none" spc="11" strike="noStrike">
                <a:solidFill>
                  <a:srgbClr val="5a697b"/>
                </a:solidFill>
                <a:effectLst/>
                <a:uFillTx/>
                <a:latin typeface="Arial MT"/>
              </a:rPr>
              <a:t>of</a:t>
            </a:r>
            <a:r>
              <a:rPr lang="en-IN" sz="750" b="0" u="none" spc="204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750" b="0" u="none" spc="11" strike="noStrike">
                <a:solidFill>
                  <a:srgbClr val="5a697b"/>
                </a:solidFill>
                <a:effectLst/>
                <a:uFillTx/>
                <a:latin typeface="Arial MT"/>
              </a:rPr>
              <a:t>Computer</a:t>
            </a:r>
            <a:r>
              <a:rPr lang="en-IN" sz="750" b="0" u="none" spc="111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750" b="0" u="none" spc="11" strike="noStrike">
                <a:solidFill>
                  <a:srgbClr val="5a697b"/>
                </a:solidFill>
                <a:effectLst/>
                <a:uFillTx/>
                <a:latin typeface="Arial MT"/>
              </a:rPr>
              <a:t>Science</a:t>
            </a:r>
            <a:r>
              <a:rPr lang="en-IN" sz="750" b="0" u="none" spc="113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750" b="0" u="none" spc="11" strike="noStrike">
                <a:solidFill>
                  <a:srgbClr val="5a697b"/>
                </a:solidFill>
                <a:effectLst/>
                <a:uFillTx/>
                <a:latin typeface="Arial MT"/>
              </a:rPr>
              <a:t>with</a:t>
            </a:r>
            <a:r>
              <a:rPr lang="en-IN" sz="750" b="0" u="none" spc="111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750" b="0" u="none" spc="11" strike="noStrike">
                <a:solidFill>
                  <a:srgbClr val="5a697b"/>
                </a:solidFill>
                <a:effectLst/>
                <a:uFillTx/>
                <a:latin typeface="Arial MT"/>
              </a:rPr>
              <a:t>Cyber</a:t>
            </a:r>
            <a:r>
              <a:rPr lang="en-IN" sz="750" b="0" u="none" spc="113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750" b="0" u="none" spc="-11" strike="noStrike">
                <a:solidFill>
                  <a:srgbClr val="5a697b"/>
                </a:solidFill>
                <a:effectLst/>
                <a:uFillTx/>
                <a:latin typeface="Arial MT"/>
              </a:rPr>
              <a:t>Security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object 73"/>
          <p:cNvSpPr/>
          <p:nvPr/>
        </p:nvSpPr>
        <p:spPr>
          <a:xfrm>
            <a:off x="9951840" y="6130080"/>
            <a:ext cx="15382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75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2026</a:t>
            </a:r>
            <a:r>
              <a:rPr lang="en-IN" sz="750" b="0" u="none" spc="-6" strike="noStrike">
                <a:solidFill>
                  <a:srgbClr val="5a697b"/>
                </a:solidFill>
                <a:effectLst/>
                <a:uFillTx/>
                <a:latin typeface="Arial MT"/>
              </a:rPr>
              <a:t> </a:t>
            </a:r>
            <a:r>
              <a:rPr lang="en-IN" sz="750" b="0" u="none" strike="noStrike">
                <a:solidFill>
                  <a:srgbClr val="5a697b"/>
                </a:solidFill>
                <a:effectLst/>
                <a:uFillTx/>
                <a:latin typeface="Arial MT"/>
              </a:rPr>
              <a:t>• PROJECT </a:t>
            </a:r>
            <a:r>
              <a:rPr lang="en-IN" sz="750" b="0" u="none" spc="-11" strike="noStrike">
                <a:solidFill>
                  <a:srgbClr val="5a697b"/>
                </a:solidFill>
                <a:effectLst/>
                <a:uFillTx/>
                <a:latin typeface="Arial MT"/>
              </a:rPr>
              <a:t>PRESENTATION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6" name="object 60"/>
          <p:cNvGrpSpPr/>
          <p:nvPr/>
        </p:nvGrpSpPr>
        <p:grpSpPr>
          <a:xfrm>
            <a:off x="4874400" y="4668840"/>
            <a:ext cx="1963800" cy="747360"/>
            <a:chOff x="4874400" y="4668840"/>
            <a:chExt cx="1963800" cy="747360"/>
          </a:xfrm>
        </p:grpSpPr>
        <p:pic>
          <p:nvPicPr>
            <p:cNvPr id="137" name="object 61"/>
            <p:cNvPicPr/>
            <p:nvPr/>
          </p:nvPicPr>
          <p:blipFill>
            <a:blip r:embed="rId14"/>
            <a:stretch/>
          </p:blipFill>
          <p:spPr>
            <a:xfrm>
              <a:off x="4874400" y="4668840"/>
              <a:ext cx="1963800" cy="747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8" name="object 62"/>
            <p:cNvSpPr/>
            <p:nvPr/>
          </p:nvSpPr>
          <p:spPr>
            <a:xfrm>
              <a:off x="4919040" y="4690440"/>
              <a:ext cx="1874880" cy="658800"/>
            </a:xfrm>
            <a:custGeom>
              <a:avLst/>
              <a:gdLst>
                <a:gd name="textAreaLeft" fmla="*/ 0 w 1874880"/>
                <a:gd name="textAreaRight" fmla="*/ 1875240 w 187488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1875154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14770" y="604075"/>
                  </a:lnTo>
                  <a:lnTo>
                    <a:pt x="22686" y="615788"/>
                  </a:lnTo>
                  <a:lnTo>
                    <a:pt x="22788" y="615938"/>
                  </a:lnTo>
                  <a:lnTo>
                    <a:pt x="55079" y="644042"/>
                  </a:lnTo>
                  <a:lnTo>
                    <a:pt x="95379" y="657860"/>
                  </a:lnTo>
                  <a:lnTo>
                    <a:pt x="109804" y="658799"/>
                  </a:lnTo>
                  <a:lnTo>
                    <a:pt x="1765084" y="658799"/>
                  </a:lnTo>
                  <a:lnTo>
                    <a:pt x="1807155" y="650446"/>
                  </a:lnTo>
                  <a:lnTo>
                    <a:pt x="1842657" y="626621"/>
                  </a:lnTo>
                  <a:lnTo>
                    <a:pt x="1866454" y="591066"/>
                  </a:lnTo>
                  <a:lnTo>
                    <a:pt x="1874888" y="548995"/>
                  </a:lnTo>
                  <a:lnTo>
                    <a:pt x="1874865" y="109804"/>
                  </a:lnTo>
                  <a:lnTo>
                    <a:pt x="1866530" y="68088"/>
                  </a:lnTo>
                  <a:lnTo>
                    <a:pt x="1842663" y="32535"/>
                  </a:lnTo>
                  <a:lnTo>
                    <a:pt x="1807005" y="8713"/>
                  </a:lnTo>
                  <a:lnTo>
                    <a:pt x="17650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Arial MT"/>
                </a:rPr>
                <a:t> </a:t>
              </a: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Arial MT"/>
                </a:rPr>
                <a:t>RAGAVI S</a:t>
              </a: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object 63"/>
            <p:cNvSpPr/>
            <p:nvPr/>
          </p:nvSpPr>
          <p:spPr>
            <a:xfrm>
              <a:off x="4919040" y="4690440"/>
              <a:ext cx="1874880" cy="658800"/>
            </a:xfrm>
            <a:custGeom>
              <a:avLst/>
              <a:gdLst>
                <a:gd name="textAreaLeft" fmla="*/ 0 w 1874880"/>
                <a:gd name="textAreaRight" fmla="*/ 1875240 w 187488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1875154" h="65912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765084" y="355"/>
                  </a:lnTo>
                  <a:lnTo>
                    <a:pt x="1807005" y="8713"/>
                  </a:lnTo>
                  <a:lnTo>
                    <a:pt x="1842663" y="32535"/>
                  </a:lnTo>
                  <a:lnTo>
                    <a:pt x="1866530" y="68088"/>
                  </a:lnTo>
                  <a:lnTo>
                    <a:pt x="1874888" y="110159"/>
                  </a:lnTo>
                  <a:lnTo>
                    <a:pt x="1874888" y="548995"/>
                  </a:lnTo>
                  <a:lnTo>
                    <a:pt x="1873948" y="563420"/>
                  </a:lnTo>
                  <a:lnTo>
                    <a:pt x="1871151" y="577438"/>
                  </a:lnTo>
                  <a:lnTo>
                    <a:pt x="1852105" y="615788"/>
                  </a:lnTo>
                  <a:lnTo>
                    <a:pt x="1820164" y="644042"/>
                  </a:lnTo>
                  <a:lnTo>
                    <a:pt x="1779514" y="657860"/>
                  </a:lnTo>
                  <a:lnTo>
                    <a:pt x="1765084" y="658799"/>
                  </a:lnTo>
                  <a:lnTo>
                    <a:pt x="109804" y="658799"/>
                  </a:lnTo>
                  <a:lnTo>
                    <a:pt x="67882" y="650446"/>
                  </a:lnTo>
                  <a:lnTo>
                    <a:pt x="32224" y="626621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804"/>
                  </a:lnTo>
                  <a:close/>
                </a:path>
              </a:pathLst>
            </a:custGeom>
            <a:noFill/>
            <a:ln w="9359">
              <a:solidFill>
                <a:srgbClr val="dae7e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r>
                <a:rPr lang="en-IN" sz="7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T</a:t>
              </a:r>
              <a:endParaRPr lang="en-IN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r>
                <a:rPr lang="en-IN" sz="700" b="0" u="none" strike="noStrike">
                  <a:solidFill>
                    <a:srgbClr val="8e86ae"/>
                  </a:solidFill>
                  <a:effectLst/>
                  <a:uFillTx/>
                  <a:latin typeface="Arial"/>
                </a:rPr>
                <a:t>    TEAM MEMBER</a:t>
              </a:r>
              <a:endParaRPr lang="en-IN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object 2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717120" y="443520"/>
            <a:ext cx="41544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IN" sz="2900" b="0" u="none" spc="51" strike="noStrike">
                <a:solidFill>
                  <a:srgbClr val="f7f9fb"/>
                </a:solidFill>
                <a:effectLst/>
                <a:uFillTx/>
                <a:latin typeface="Arial MT"/>
              </a:rPr>
              <a:t>Project</a:t>
            </a:r>
            <a:r>
              <a:rPr lang="en-IN" sz="29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900" b="0" u="none" spc="-11" strike="noStrike">
                <a:solidFill>
                  <a:srgbClr val="f7f9fb"/>
                </a:solidFill>
                <a:effectLst/>
                <a:uFillTx/>
                <a:latin typeface="Arial MT"/>
              </a:rPr>
              <a:t>Overview</a:t>
            </a:r>
            <a:endParaRPr lang="en-IN" sz="2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2" name="object 16"/>
          <p:cNvSpPr/>
          <p:nvPr/>
        </p:nvSpPr>
        <p:spPr>
          <a:xfrm>
            <a:off x="735480" y="1056600"/>
            <a:ext cx="29325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Why</a:t>
            </a:r>
            <a:r>
              <a:rPr lang="en-IN" sz="1300" b="0" u="none" spc="6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BlogNest</a:t>
            </a:r>
            <a:r>
              <a:rPr lang="en-IN" sz="1300" b="0" u="none" spc="71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/</a:t>
            </a:r>
            <a:r>
              <a:rPr lang="en-IN" sz="1300" b="0" u="none" spc="71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ContentGen</a:t>
            </a:r>
            <a:r>
              <a:rPr lang="en-IN" sz="1300" b="0" u="none" spc="71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is</a:t>
            </a:r>
            <a:r>
              <a:rPr lang="en-IN" sz="1300" b="0" u="none" spc="65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pc="-11" strike="noStrike">
                <a:solidFill>
                  <a:srgbClr val="e7eef7"/>
                </a:solidFill>
                <a:effectLst/>
                <a:uFillTx/>
                <a:latin typeface="Arial MT"/>
              </a:rPr>
              <a:t>needed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3" name="object 3"/>
          <p:cNvGrpSpPr/>
          <p:nvPr/>
        </p:nvGrpSpPr>
        <p:grpSpPr>
          <a:xfrm>
            <a:off x="10841040" y="0"/>
            <a:ext cx="1350360" cy="1296360"/>
            <a:chOff x="10841040" y="0"/>
            <a:chExt cx="1350360" cy="1296360"/>
          </a:xfrm>
        </p:grpSpPr>
        <p:pic>
          <p:nvPicPr>
            <p:cNvPr id="144" name="object 4"/>
            <p:cNvPicPr/>
            <p:nvPr/>
          </p:nvPicPr>
          <p:blipFill>
            <a:blip r:embed="rId1"/>
            <a:stretch/>
          </p:blipFill>
          <p:spPr>
            <a:xfrm>
              <a:off x="10841040" y="0"/>
              <a:ext cx="1350000" cy="1296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5" name="object 5"/>
            <p:cNvSpPr/>
            <p:nvPr/>
          </p:nvSpPr>
          <p:spPr>
            <a:xfrm>
              <a:off x="10881000" y="0"/>
              <a:ext cx="1310400" cy="1234080"/>
            </a:xfrm>
            <a:custGeom>
              <a:avLst/>
              <a:gdLst>
                <a:gd name="textAreaLeft" fmla="*/ 0 w 1310400"/>
                <a:gd name="textAreaRight" fmla="*/ 1310760 w 1310400"/>
                <a:gd name="textAreaTop" fmla="*/ 0 h 1234080"/>
                <a:gd name="textAreaBottom" fmla="*/ 1234440 h 1234080"/>
              </a:gdLst>
              <a:ahLst/>
              <a:cxnLst/>
              <a:rect l="textAreaLeft" t="textAreaTop" r="textAreaRight" b="textAreaBottom"/>
              <a:pathLst>
                <a:path w="1310640" h="1234440">
                  <a:moveTo>
                    <a:pt x="1310385" y="0"/>
                  </a:moveTo>
                  <a:lnTo>
                    <a:pt x="148941" y="0"/>
                  </a:lnTo>
                  <a:lnTo>
                    <a:pt x="131055" y="24954"/>
                  </a:lnTo>
                  <a:lnTo>
                    <a:pt x="104038" y="68389"/>
                  </a:lnTo>
                  <a:lnTo>
                    <a:pt x="80031" y="113383"/>
                  </a:lnTo>
                  <a:lnTo>
                    <a:pt x="59075" y="159707"/>
                  </a:lnTo>
                  <a:lnTo>
                    <a:pt x="41216" y="207204"/>
                  </a:lnTo>
                  <a:lnTo>
                    <a:pt x="26501" y="255719"/>
                  </a:lnTo>
                  <a:lnTo>
                    <a:pt x="14976" y="305095"/>
                  </a:lnTo>
                  <a:lnTo>
                    <a:pt x="6686" y="355177"/>
                  </a:lnTo>
                  <a:lnTo>
                    <a:pt x="1679" y="405807"/>
                  </a:lnTo>
                  <a:lnTo>
                    <a:pt x="0" y="456831"/>
                  </a:lnTo>
                  <a:lnTo>
                    <a:pt x="1679" y="507852"/>
                  </a:lnTo>
                  <a:lnTo>
                    <a:pt x="6686" y="558484"/>
                  </a:lnTo>
                  <a:lnTo>
                    <a:pt x="14976" y="608577"/>
                  </a:lnTo>
                  <a:lnTo>
                    <a:pt x="26501" y="657979"/>
                  </a:lnTo>
                  <a:lnTo>
                    <a:pt x="41216" y="706536"/>
                  </a:lnTo>
                  <a:lnTo>
                    <a:pt x="59075" y="754099"/>
                  </a:lnTo>
                  <a:lnTo>
                    <a:pt x="80031" y="800514"/>
                  </a:lnTo>
                  <a:lnTo>
                    <a:pt x="104038" y="845629"/>
                  </a:lnTo>
                  <a:lnTo>
                    <a:pt x="131055" y="888943"/>
                  </a:lnTo>
                  <a:lnTo>
                    <a:pt x="160733" y="930260"/>
                  </a:lnTo>
                  <a:lnTo>
                    <a:pt x="192968" y="969467"/>
                  </a:lnTo>
                  <a:lnTo>
                    <a:pt x="227653" y="1006457"/>
                  </a:lnTo>
                  <a:lnTo>
                    <a:pt x="264684" y="1041118"/>
                  </a:lnTo>
                  <a:lnTo>
                    <a:pt x="303956" y="1073341"/>
                  </a:lnTo>
                  <a:lnTo>
                    <a:pt x="345362" y="1103016"/>
                  </a:lnTo>
                  <a:lnTo>
                    <a:pt x="388797" y="1130033"/>
                  </a:lnTo>
                  <a:lnTo>
                    <a:pt x="433791" y="1154036"/>
                  </a:lnTo>
                  <a:lnTo>
                    <a:pt x="480115" y="1174991"/>
                  </a:lnTo>
                  <a:lnTo>
                    <a:pt x="527612" y="1192849"/>
                  </a:lnTo>
                  <a:lnTo>
                    <a:pt x="576127" y="1207565"/>
                  </a:lnTo>
                  <a:lnTo>
                    <a:pt x="625503" y="1219091"/>
                  </a:lnTo>
                  <a:lnTo>
                    <a:pt x="675585" y="1227382"/>
                  </a:lnTo>
                  <a:lnTo>
                    <a:pt x="726216" y="1232391"/>
                  </a:lnTo>
                  <a:lnTo>
                    <a:pt x="777239" y="1234071"/>
                  </a:lnTo>
                  <a:lnTo>
                    <a:pt x="828260" y="1232391"/>
                  </a:lnTo>
                  <a:lnTo>
                    <a:pt x="878892" y="1227382"/>
                  </a:lnTo>
                  <a:lnTo>
                    <a:pt x="928985" y="1219091"/>
                  </a:lnTo>
                  <a:lnTo>
                    <a:pt x="978387" y="1207565"/>
                  </a:lnTo>
                  <a:lnTo>
                    <a:pt x="1026945" y="1192849"/>
                  </a:lnTo>
                  <a:lnTo>
                    <a:pt x="1074507" y="1174991"/>
                  </a:lnTo>
                  <a:lnTo>
                    <a:pt x="1120922" y="1154036"/>
                  </a:lnTo>
                  <a:lnTo>
                    <a:pt x="1166037" y="1130033"/>
                  </a:lnTo>
                  <a:lnTo>
                    <a:pt x="1209352" y="1103016"/>
                  </a:lnTo>
                  <a:lnTo>
                    <a:pt x="1250668" y="1073341"/>
                  </a:lnTo>
                  <a:lnTo>
                    <a:pt x="1289876" y="1041118"/>
                  </a:lnTo>
                  <a:lnTo>
                    <a:pt x="1310385" y="1021900"/>
                  </a:lnTo>
                  <a:lnTo>
                    <a:pt x="1310385" y="0"/>
                  </a:lnTo>
                  <a:close/>
                </a:path>
              </a:pathLst>
            </a:custGeom>
            <a:solidFill>
              <a:srgbClr val="3173d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6" name="object 9"/>
          <p:cNvGrpSpPr/>
          <p:nvPr/>
        </p:nvGrpSpPr>
        <p:grpSpPr>
          <a:xfrm>
            <a:off x="-2520" y="1532520"/>
            <a:ext cx="5990040" cy="5324760"/>
            <a:chOff x="-2520" y="1532520"/>
            <a:chExt cx="5990040" cy="5324760"/>
          </a:xfrm>
        </p:grpSpPr>
        <p:pic>
          <p:nvPicPr>
            <p:cNvPr id="147" name="object 10"/>
            <p:cNvPicPr/>
            <p:nvPr/>
          </p:nvPicPr>
          <p:blipFill>
            <a:blip r:embed="rId2"/>
            <a:stretch/>
          </p:blipFill>
          <p:spPr>
            <a:xfrm>
              <a:off x="0" y="5789160"/>
              <a:ext cx="633600" cy="10681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8" name="object 11"/>
            <p:cNvSpPr/>
            <p:nvPr/>
          </p:nvSpPr>
          <p:spPr>
            <a:xfrm>
              <a:off x="-2520" y="5806080"/>
              <a:ext cx="596520" cy="1051200"/>
            </a:xfrm>
            <a:custGeom>
              <a:avLst/>
              <a:gdLst>
                <a:gd name="textAreaLeft" fmla="*/ 0 w 596520"/>
                <a:gd name="textAreaRight" fmla="*/ 596880 w 596520"/>
                <a:gd name="textAreaTop" fmla="*/ 0 h 1051200"/>
                <a:gd name="textAreaBottom" fmla="*/ 1051560 h 1051200"/>
              </a:gdLst>
              <a:ahLst/>
              <a:cxnLst/>
              <a:rect l="textAreaLeft" t="textAreaTop" r="textAreaRight" b="textAreaBottom"/>
              <a:pathLst>
                <a:path w="596900" h="1051559">
                  <a:moveTo>
                    <a:pt x="48020" y="0"/>
                  </a:moveTo>
                  <a:lnTo>
                    <a:pt x="0" y="2089"/>
                  </a:lnTo>
                  <a:lnTo>
                    <a:pt x="2656" y="2089"/>
                  </a:lnTo>
                  <a:lnTo>
                    <a:pt x="2656" y="1051559"/>
                  </a:lnTo>
                  <a:lnTo>
                    <a:pt x="266346" y="1051559"/>
                  </a:lnTo>
                  <a:lnTo>
                    <a:pt x="279718" y="1046024"/>
                  </a:lnTo>
                  <a:lnTo>
                    <a:pt x="322340" y="1023835"/>
                  </a:lnTo>
                  <a:lnTo>
                    <a:pt x="362869" y="998007"/>
                  </a:lnTo>
                  <a:lnTo>
                    <a:pt x="400818" y="968878"/>
                  </a:lnTo>
                  <a:lnTo>
                    <a:pt x="436009" y="936628"/>
                  </a:lnTo>
                  <a:lnTo>
                    <a:pt x="468259" y="901438"/>
                  </a:lnTo>
                  <a:lnTo>
                    <a:pt x="497388" y="863488"/>
                  </a:lnTo>
                  <a:lnTo>
                    <a:pt x="523216" y="822959"/>
                  </a:lnTo>
                  <a:lnTo>
                    <a:pt x="545405" y="780337"/>
                  </a:lnTo>
                  <a:lnTo>
                    <a:pt x="563695" y="736156"/>
                  </a:lnTo>
                  <a:lnTo>
                    <a:pt x="578026" y="690657"/>
                  </a:lnTo>
                  <a:lnTo>
                    <a:pt x="588338" y="644079"/>
                  </a:lnTo>
                  <a:lnTo>
                    <a:pt x="594570" y="596660"/>
                  </a:lnTo>
                  <a:lnTo>
                    <a:pt x="596660" y="548639"/>
                  </a:lnTo>
                  <a:lnTo>
                    <a:pt x="594570" y="500619"/>
                  </a:lnTo>
                  <a:lnTo>
                    <a:pt x="588338" y="453198"/>
                  </a:lnTo>
                  <a:lnTo>
                    <a:pt x="578026" y="406617"/>
                  </a:lnTo>
                  <a:lnTo>
                    <a:pt x="563695" y="361117"/>
                  </a:lnTo>
                  <a:lnTo>
                    <a:pt x="545405" y="316938"/>
                  </a:lnTo>
                  <a:lnTo>
                    <a:pt x="523216" y="274319"/>
                  </a:lnTo>
                  <a:lnTo>
                    <a:pt x="497388" y="233787"/>
                  </a:lnTo>
                  <a:lnTo>
                    <a:pt x="468259" y="195835"/>
                  </a:lnTo>
                  <a:lnTo>
                    <a:pt x="436009" y="160645"/>
                  </a:lnTo>
                  <a:lnTo>
                    <a:pt x="400818" y="128395"/>
                  </a:lnTo>
                  <a:lnTo>
                    <a:pt x="362869" y="99264"/>
                  </a:lnTo>
                  <a:lnTo>
                    <a:pt x="322340" y="73431"/>
                  </a:lnTo>
                  <a:lnTo>
                    <a:pt x="279718" y="51243"/>
                  </a:lnTo>
                  <a:lnTo>
                    <a:pt x="235537" y="32956"/>
                  </a:lnTo>
                  <a:lnTo>
                    <a:pt x="190038" y="18627"/>
                  </a:lnTo>
                  <a:lnTo>
                    <a:pt x="143460" y="8318"/>
                  </a:lnTo>
                  <a:lnTo>
                    <a:pt x="96041" y="2089"/>
                  </a:lnTo>
                  <a:lnTo>
                    <a:pt x="48020" y="0"/>
                  </a:lnTo>
                  <a:close/>
                </a:path>
              </a:pathLst>
            </a:custGeom>
            <a:solidFill>
              <a:srgbClr val="3173d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49" name="object 12"/>
            <p:cNvPicPr/>
            <p:nvPr/>
          </p:nvPicPr>
          <p:blipFill>
            <a:blip r:embed="rId3"/>
            <a:stretch/>
          </p:blipFill>
          <p:spPr>
            <a:xfrm>
              <a:off x="595080" y="1532520"/>
              <a:ext cx="5392440" cy="4477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0" name="object 13"/>
            <p:cNvSpPr/>
            <p:nvPr/>
          </p:nvSpPr>
          <p:spPr>
            <a:xfrm>
              <a:off x="639720" y="1554120"/>
              <a:ext cx="5303160" cy="438876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4388760"/>
                <a:gd name="textAreaBottom" fmla="*/ 4389120 h 4388760"/>
              </a:gdLst>
              <a:ahLst/>
              <a:cxnLst/>
              <a:rect l="textAreaLeft" t="textAreaTop" r="textAreaRight" b="textAreaBottom"/>
              <a:pathLst>
                <a:path w="5303520" h="4389120">
                  <a:moveTo>
                    <a:pt x="4571631" y="0"/>
                  </a:moveTo>
                  <a:lnTo>
                    <a:pt x="731519" y="0"/>
                  </a:lnTo>
                  <a:lnTo>
                    <a:pt x="683465" y="1578"/>
                  </a:lnTo>
                  <a:lnTo>
                    <a:pt x="635791" y="6287"/>
                  </a:lnTo>
                  <a:lnTo>
                    <a:pt x="588641" y="14084"/>
                  </a:lnTo>
                  <a:lnTo>
                    <a:pt x="542158" y="24926"/>
                  </a:lnTo>
                  <a:lnTo>
                    <a:pt x="496485" y="38773"/>
                  </a:lnTo>
                  <a:lnTo>
                    <a:pt x="451765" y="55581"/>
                  </a:lnTo>
                  <a:lnTo>
                    <a:pt x="408142" y="75310"/>
                  </a:lnTo>
                  <a:lnTo>
                    <a:pt x="365759" y="97916"/>
                  </a:lnTo>
                  <a:lnTo>
                    <a:pt x="324956" y="123364"/>
                  </a:lnTo>
                  <a:lnTo>
                    <a:pt x="286042" y="151309"/>
                  </a:lnTo>
                  <a:lnTo>
                    <a:pt x="249119" y="181651"/>
                  </a:lnTo>
                  <a:lnTo>
                    <a:pt x="214288" y="214288"/>
                  </a:lnTo>
                  <a:lnTo>
                    <a:pt x="181651" y="249119"/>
                  </a:lnTo>
                  <a:lnTo>
                    <a:pt x="151309" y="286042"/>
                  </a:lnTo>
                  <a:lnTo>
                    <a:pt x="123364" y="324956"/>
                  </a:lnTo>
                  <a:lnTo>
                    <a:pt x="97917" y="365760"/>
                  </a:lnTo>
                  <a:lnTo>
                    <a:pt x="75310" y="408142"/>
                  </a:lnTo>
                  <a:lnTo>
                    <a:pt x="55581" y="451765"/>
                  </a:lnTo>
                  <a:lnTo>
                    <a:pt x="38773" y="496485"/>
                  </a:lnTo>
                  <a:lnTo>
                    <a:pt x="24926" y="542158"/>
                  </a:lnTo>
                  <a:lnTo>
                    <a:pt x="14084" y="588641"/>
                  </a:lnTo>
                  <a:lnTo>
                    <a:pt x="6287" y="635791"/>
                  </a:lnTo>
                  <a:lnTo>
                    <a:pt x="1578" y="683465"/>
                  </a:lnTo>
                  <a:lnTo>
                    <a:pt x="0" y="731519"/>
                  </a:lnTo>
                  <a:lnTo>
                    <a:pt x="0" y="3657600"/>
                  </a:lnTo>
                  <a:lnTo>
                    <a:pt x="1566" y="3705285"/>
                  </a:lnTo>
                  <a:lnTo>
                    <a:pt x="1578" y="3705650"/>
                  </a:lnTo>
                  <a:lnTo>
                    <a:pt x="6251" y="3752959"/>
                  </a:lnTo>
                  <a:lnTo>
                    <a:pt x="14024" y="3800110"/>
                  </a:lnTo>
                  <a:lnTo>
                    <a:pt x="24842" y="3846593"/>
                  </a:lnTo>
                  <a:lnTo>
                    <a:pt x="24926" y="3846956"/>
                  </a:lnTo>
                  <a:lnTo>
                    <a:pt x="38662" y="3892266"/>
                  </a:lnTo>
                  <a:lnTo>
                    <a:pt x="55581" y="3937352"/>
                  </a:lnTo>
                  <a:lnTo>
                    <a:pt x="75310" y="3980976"/>
                  </a:lnTo>
                  <a:lnTo>
                    <a:pt x="97917" y="4023359"/>
                  </a:lnTo>
                  <a:lnTo>
                    <a:pt x="123364" y="4064163"/>
                  </a:lnTo>
                  <a:lnTo>
                    <a:pt x="151309" y="4103075"/>
                  </a:lnTo>
                  <a:lnTo>
                    <a:pt x="181651" y="4139996"/>
                  </a:lnTo>
                  <a:lnTo>
                    <a:pt x="214288" y="4174824"/>
                  </a:lnTo>
                  <a:lnTo>
                    <a:pt x="249119" y="4207459"/>
                  </a:lnTo>
                  <a:lnTo>
                    <a:pt x="286042" y="4237799"/>
                  </a:lnTo>
                  <a:lnTo>
                    <a:pt x="324956" y="4265743"/>
                  </a:lnTo>
                  <a:lnTo>
                    <a:pt x="365759" y="4291190"/>
                  </a:lnTo>
                  <a:lnTo>
                    <a:pt x="408142" y="4313797"/>
                  </a:lnTo>
                  <a:lnTo>
                    <a:pt x="451765" y="4333527"/>
                  </a:lnTo>
                  <a:lnTo>
                    <a:pt x="496485" y="4350337"/>
                  </a:lnTo>
                  <a:lnTo>
                    <a:pt x="542158" y="4364186"/>
                  </a:lnTo>
                  <a:lnTo>
                    <a:pt x="588641" y="4375031"/>
                  </a:lnTo>
                  <a:lnTo>
                    <a:pt x="635791" y="4382830"/>
                  </a:lnTo>
                  <a:lnTo>
                    <a:pt x="683465" y="4387540"/>
                  </a:lnTo>
                  <a:lnTo>
                    <a:pt x="731519" y="4389120"/>
                  </a:lnTo>
                  <a:lnTo>
                    <a:pt x="4572000" y="4388751"/>
                  </a:lnTo>
                  <a:lnTo>
                    <a:pt x="4620050" y="4387172"/>
                  </a:lnTo>
                  <a:lnTo>
                    <a:pt x="4667722" y="4382464"/>
                  </a:lnTo>
                  <a:lnTo>
                    <a:pt x="4714872" y="4374667"/>
                  </a:lnTo>
                  <a:lnTo>
                    <a:pt x="4761357" y="4363824"/>
                  </a:lnTo>
                  <a:lnTo>
                    <a:pt x="4807031" y="4349978"/>
                  </a:lnTo>
                  <a:lnTo>
                    <a:pt x="4851752" y="4333169"/>
                  </a:lnTo>
                  <a:lnTo>
                    <a:pt x="4895376" y="4313441"/>
                  </a:lnTo>
                  <a:lnTo>
                    <a:pt x="4937760" y="4290834"/>
                  </a:lnTo>
                  <a:lnTo>
                    <a:pt x="4978563" y="4265387"/>
                  </a:lnTo>
                  <a:lnTo>
                    <a:pt x="5017475" y="4237441"/>
                  </a:lnTo>
                  <a:lnTo>
                    <a:pt x="5054396" y="4207099"/>
                  </a:lnTo>
                  <a:lnTo>
                    <a:pt x="5089224" y="4174463"/>
                  </a:lnTo>
                  <a:lnTo>
                    <a:pt x="5121859" y="4139632"/>
                  </a:lnTo>
                  <a:lnTo>
                    <a:pt x="5152199" y="4102709"/>
                  </a:lnTo>
                  <a:lnTo>
                    <a:pt x="5180143" y="4063795"/>
                  </a:lnTo>
                  <a:lnTo>
                    <a:pt x="5205590" y="4022991"/>
                  </a:lnTo>
                  <a:lnTo>
                    <a:pt x="5228197" y="3980609"/>
                  </a:lnTo>
                  <a:lnTo>
                    <a:pt x="5247927" y="3936986"/>
                  </a:lnTo>
                  <a:lnTo>
                    <a:pt x="5264737" y="3892266"/>
                  </a:lnTo>
                  <a:lnTo>
                    <a:pt x="5278476" y="3846956"/>
                  </a:lnTo>
                  <a:lnTo>
                    <a:pt x="5278586" y="3846593"/>
                  </a:lnTo>
                  <a:lnTo>
                    <a:pt x="5289347" y="3800472"/>
                  </a:lnTo>
                  <a:lnTo>
                    <a:pt x="5289431" y="3800110"/>
                  </a:lnTo>
                  <a:lnTo>
                    <a:pt x="5297170" y="3753322"/>
                  </a:lnTo>
                  <a:lnTo>
                    <a:pt x="5297230" y="3752959"/>
                  </a:lnTo>
                  <a:lnTo>
                    <a:pt x="5301904" y="3705650"/>
                  </a:lnTo>
                  <a:lnTo>
                    <a:pt x="5301940" y="3705285"/>
                  </a:lnTo>
                  <a:lnTo>
                    <a:pt x="5303507" y="3657600"/>
                  </a:lnTo>
                  <a:lnTo>
                    <a:pt x="5303151" y="731519"/>
                  </a:lnTo>
                  <a:lnTo>
                    <a:pt x="5301572" y="683465"/>
                  </a:lnTo>
                  <a:lnTo>
                    <a:pt x="5296864" y="635791"/>
                  </a:lnTo>
                  <a:lnTo>
                    <a:pt x="5289067" y="588641"/>
                  </a:lnTo>
                  <a:lnTo>
                    <a:pt x="5278224" y="542158"/>
                  </a:lnTo>
                  <a:lnTo>
                    <a:pt x="5264378" y="496485"/>
                  </a:lnTo>
                  <a:lnTo>
                    <a:pt x="5247569" y="451765"/>
                  </a:lnTo>
                  <a:lnTo>
                    <a:pt x="5227841" y="408142"/>
                  </a:lnTo>
                  <a:lnTo>
                    <a:pt x="5205234" y="365760"/>
                  </a:lnTo>
                  <a:lnTo>
                    <a:pt x="5179787" y="324956"/>
                  </a:lnTo>
                  <a:lnTo>
                    <a:pt x="5151841" y="286042"/>
                  </a:lnTo>
                  <a:lnTo>
                    <a:pt x="5121499" y="249119"/>
                  </a:lnTo>
                  <a:lnTo>
                    <a:pt x="5088863" y="214288"/>
                  </a:lnTo>
                  <a:lnTo>
                    <a:pt x="5054032" y="181651"/>
                  </a:lnTo>
                  <a:lnTo>
                    <a:pt x="5017109" y="151309"/>
                  </a:lnTo>
                  <a:lnTo>
                    <a:pt x="4978195" y="123364"/>
                  </a:lnTo>
                  <a:lnTo>
                    <a:pt x="4937391" y="97916"/>
                  </a:lnTo>
                  <a:lnTo>
                    <a:pt x="4895009" y="75310"/>
                  </a:lnTo>
                  <a:lnTo>
                    <a:pt x="4851386" y="55581"/>
                  </a:lnTo>
                  <a:lnTo>
                    <a:pt x="4806666" y="38773"/>
                  </a:lnTo>
                  <a:lnTo>
                    <a:pt x="4760993" y="24926"/>
                  </a:lnTo>
                  <a:lnTo>
                    <a:pt x="4714510" y="14084"/>
                  </a:lnTo>
                  <a:lnTo>
                    <a:pt x="4667359" y="6287"/>
                  </a:lnTo>
                  <a:lnTo>
                    <a:pt x="4619685" y="1578"/>
                  </a:lnTo>
                  <a:lnTo>
                    <a:pt x="4571631" y="0"/>
                  </a:lnTo>
                  <a:close/>
                </a:path>
              </a:pathLst>
            </a:custGeom>
            <a:solidFill>
              <a:srgbClr val="f7f9f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object 14"/>
            <p:cNvSpPr/>
            <p:nvPr/>
          </p:nvSpPr>
          <p:spPr>
            <a:xfrm>
              <a:off x="639720" y="1554120"/>
              <a:ext cx="5303160" cy="438876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4388760"/>
                <a:gd name="textAreaBottom" fmla="*/ 4389120 h 4388760"/>
              </a:gdLst>
              <a:ahLst/>
              <a:cxnLst/>
              <a:rect l="textAreaLeft" t="textAreaTop" r="textAreaRight" b="textAreaBottom"/>
              <a:pathLst>
                <a:path w="5303520" h="4389120">
                  <a:moveTo>
                    <a:pt x="0" y="731519"/>
                  </a:moveTo>
                  <a:lnTo>
                    <a:pt x="1578" y="683465"/>
                  </a:lnTo>
                  <a:lnTo>
                    <a:pt x="6287" y="635791"/>
                  </a:lnTo>
                  <a:lnTo>
                    <a:pt x="14084" y="588641"/>
                  </a:lnTo>
                  <a:lnTo>
                    <a:pt x="24926" y="542158"/>
                  </a:lnTo>
                  <a:lnTo>
                    <a:pt x="38773" y="496485"/>
                  </a:lnTo>
                  <a:lnTo>
                    <a:pt x="55581" y="451765"/>
                  </a:lnTo>
                  <a:lnTo>
                    <a:pt x="75310" y="408142"/>
                  </a:lnTo>
                  <a:lnTo>
                    <a:pt x="97917" y="365760"/>
                  </a:lnTo>
                  <a:lnTo>
                    <a:pt x="123364" y="324956"/>
                  </a:lnTo>
                  <a:lnTo>
                    <a:pt x="151309" y="286042"/>
                  </a:lnTo>
                  <a:lnTo>
                    <a:pt x="181651" y="249119"/>
                  </a:lnTo>
                  <a:lnTo>
                    <a:pt x="214288" y="214288"/>
                  </a:lnTo>
                  <a:lnTo>
                    <a:pt x="249119" y="181651"/>
                  </a:lnTo>
                  <a:lnTo>
                    <a:pt x="286042" y="151309"/>
                  </a:lnTo>
                  <a:lnTo>
                    <a:pt x="324956" y="123364"/>
                  </a:lnTo>
                  <a:lnTo>
                    <a:pt x="365759" y="97916"/>
                  </a:lnTo>
                  <a:lnTo>
                    <a:pt x="408142" y="75310"/>
                  </a:lnTo>
                  <a:lnTo>
                    <a:pt x="451765" y="55581"/>
                  </a:lnTo>
                  <a:lnTo>
                    <a:pt x="496485" y="38773"/>
                  </a:lnTo>
                  <a:lnTo>
                    <a:pt x="542158" y="24926"/>
                  </a:lnTo>
                  <a:lnTo>
                    <a:pt x="588641" y="14084"/>
                  </a:lnTo>
                  <a:lnTo>
                    <a:pt x="635791" y="6287"/>
                  </a:lnTo>
                  <a:lnTo>
                    <a:pt x="683465" y="1578"/>
                  </a:lnTo>
                  <a:lnTo>
                    <a:pt x="731519" y="0"/>
                  </a:lnTo>
                  <a:lnTo>
                    <a:pt x="4571631" y="0"/>
                  </a:lnTo>
                  <a:lnTo>
                    <a:pt x="4619685" y="1578"/>
                  </a:lnTo>
                  <a:lnTo>
                    <a:pt x="4667359" y="6287"/>
                  </a:lnTo>
                  <a:lnTo>
                    <a:pt x="4714510" y="14084"/>
                  </a:lnTo>
                  <a:lnTo>
                    <a:pt x="4760993" y="24926"/>
                  </a:lnTo>
                  <a:lnTo>
                    <a:pt x="4806666" y="38773"/>
                  </a:lnTo>
                  <a:lnTo>
                    <a:pt x="4851386" y="55581"/>
                  </a:lnTo>
                  <a:lnTo>
                    <a:pt x="4895009" y="75310"/>
                  </a:lnTo>
                  <a:lnTo>
                    <a:pt x="4937391" y="97916"/>
                  </a:lnTo>
                  <a:lnTo>
                    <a:pt x="4978195" y="123364"/>
                  </a:lnTo>
                  <a:lnTo>
                    <a:pt x="5017109" y="151309"/>
                  </a:lnTo>
                  <a:lnTo>
                    <a:pt x="5054032" y="181651"/>
                  </a:lnTo>
                  <a:lnTo>
                    <a:pt x="5088863" y="214288"/>
                  </a:lnTo>
                  <a:lnTo>
                    <a:pt x="5121499" y="249119"/>
                  </a:lnTo>
                  <a:lnTo>
                    <a:pt x="5151841" y="286042"/>
                  </a:lnTo>
                  <a:lnTo>
                    <a:pt x="5179787" y="324956"/>
                  </a:lnTo>
                  <a:lnTo>
                    <a:pt x="5205234" y="365760"/>
                  </a:lnTo>
                  <a:lnTo>
                    <a:pt x="5227841" y="408142"/>
                  </a:lnTo>
                  <a:lnTo>
                    <a:pt x="5247569" y="451765"/>
                  </a:lnTo>
                  <a:lnTo>
                    <a:pt x="5264378" y="496485"/>
                  </a:lnTo>
                  <a:lnTo>
                    <a:pt x="5278224" y="542158"/>
                  </a:lnTo>
                  <a:lnTo>
                    <a:pt x="5289067" y="588641"/>
                  </a:lnTo>
                  <a:lnTo>
                    <a:pt x="5296864" y="635791"/>
                  </a:lnTo>
                  <a:lnTo>
                    <a:pt x="5301572" y="683465"/>
                  </a:lnTo>
                  <a:lnTo>
                    <a:pt x="5303151" y="731519"/>
                  </a:lnTo>
                  <a:lnTo>
                    <a:pt x="5303520" y="3657231"/>
                  </a:lnTo>
                  <a:lnTo>
                    <a:pt x="5301940" y="3705285"/>
                  </a:lnTo>
                  <a:lnTo>
                    <a:pt x="5297230" y="3752959"/>
                  </a:lnTo>
                  <a:lnTo>
                    <a:pt x="5289431" y="3800110"/>
                  </a:lnTo>
                  <a:lnTo>
                    <a:pt x="5278586" y="3846593"/>
                  </a:lnTo>
                  <a:lnTo>
                    <a:pt x="5264737" y="3892266"/>
                  </a:lnTo>
                  <a:lnTo>
                    <a:pt x="5247927" y="3936986"/>
                  </a:lnTo>
                  <a:lnTo>
                    <a:pt x="5228197" y="3980609"/>
                  </a:lnTo>
                  <a:lnTo>
                    <a:pt x="5205590" y="4022991"/>
                  </a:lnTo>
                  <a:lnTo>
                    <a:pt x="5180143" y="4063795"/>
                  </a:lnTo>
                  <a:lnTo>
                    <a:pt x="5152199" y="4102709"/>
                  </a:lnTo>
                  <a:lnTo>
                    <a:pt x="5121859" y="4139632"/>
                  </a:lnTo>
                  <a:lnTo>
                    <a:pt x="5089224" y="4174463"/>
                  </a:lnTo>
                  <a:lnTo>
                    <a:pt x="5054396" y="4207099"/>
                  </a:lnTo>
                  <a:lnTo>
                    <a:pt x="5017475" y="4237441"/>
                  </a:lnTo>
                  <a:lnTo>
                    <a:pt x="4978563" y="4265387"/>
                  </a:lnTo>
                  <a:lnTo>
                    <a:pt x="4937760" y="4290834"/>
                  </a:lnTo>
                  <a:lnTo>
                    <a:pt x="4895376" y="4313441"/>
                  </a:lnTo>
                  <a:lnTo>
                    <a:pt x="4851752" y="4333169"/>
                  </a:lnTo>
                  <a:lnTo>
                    <a:pt x="4807031" y="4349978"/>
                  </a:lnTo>
                  <a:lnTo>
                    <a:pt x="4761357" y="4363824"/>
                  </a:lnTo>
                  <a:lnTo>
                    <a:pt x="4714872" y="4374667"/>
                  </a:lnTo>
                  <a:lnTo>
                    <a:pt x="4667722" y="4382464"/>
                  </a:lnTo>
                  <a:lnTo>
                    <a:pt x="4620050" y="4387172"/>
                  </a:lnTo>
                  <a:lnTo>
                    <a:pt x="4572000" y="4388751"/>
                  </a:lnTo>
                  <a:lnTo>
                    <a:pt x="731519" y="4389120"/>
                  </a:lnTo>
                  <a:lnTo>
                    <a:pt x="683465" y="4387540"/>
                  </a:lnTo>
                  <a:lnTo>
                    <a:pt x="635791" y="4382830"/>
                  </a:lnTo>
                  <a:lnTo>
                    <a:pt x="588641" y="4375031"/>
                  </a:lnTo>
                  <a:lnTo>
                    <a:pt x="542158" y="4364186"/>
                  </a:lnTo>
                  <a:lnTo>
                    <a:pt x="496485" y="4350337"/>
                  </a:lnTo>
                  <a:lnTo>
                    <a:pt x="451765" y="4333527"/>
                  </a:lnTo>
                  <a:lnTo>
                    <a:pt x="408142" y="4313797"/>
                  </a:lnTo>
                  <a:lnTo>
                    <a:pt x="365759" y="4291190"/>
                  </a:lnTo>
                  <a:lnTo>
                    <a:pt x="324956" y="4265743"/>
                  </a:lnTo>
                  <a:lnTo>
                    <a:pt x="286042" y="4237799"/>
                  </a:lnTo>
                  <a:lnTo>
                    <a:pt x="249119" y="4207459"/>
                  </a:lnTo>
                  <a:lnTo>
                    <a:pt x="214288" y="4174824"/>
                  </a:lnTo>
                  <a:lnTo>
                    <a:pt x="181651" y="4139996"/>
                  </a:lnTo>
                  <a:lnTo>
                    <a:pt x="151309" y="4103075"/>
                  </a:lnTo>
                  <a:lnTo>
                    <a:pt x="123364" y="4064163"/>
                  </a:lnTo>
                  <a:lnTo>
                    <a:pt x="97917" y="4023359"/>
                  </a:lnTo>
                  <a:lnTo>
                    <a:pt x="75310" y="3980976"/>
                  </a:lnTo>
                  <a:lnTo>
                    <a:pt x="55581" y="3937352"/>
                  </a:lnTo>
                  <a:lnTo>
                    <a:pt x="38773" y="3892631"/>
                  </a:lnTo>
                  <a:lnTo>
                    <a:pt x="24926" y="3846956"/>
                  </a:lnTo>
                  <a:lnTo>
                    <a:pt x="14084" y="3800472"/>
                  </a:lnTo>
                  <a:lnTo>
                    <a:pt x="6287" y="3753322"/>
                  </a:lnTo>
                  <a:lnTo>
                    <a:pt x="1578" y="3705650"/>
                  </a:lnTo>
                  <a:lnTo>
                    <a:pt x="0" y="3657600"/>
                  </a:lnTo>
                  <a:lnTo>
                    <a:pt x="0" y="731519"/>
                  </a:lnTo>
                  <a:close/>
                </a:path>
              </a:pathLst>
            </a:custGeom>
            <a:noFill/>
            <a:ln w="9359">
              <a:solidFill>
                <a:srgbClr val="e7ee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2" name="object 17"/>
          <p:cNvSpPr/>
          <p:nvPr/>
        </p:nvSpPr>
        <p:spPr>
          <a:xfrm>
            <a:off x="1042560" y="2414520"/>
            <a:ext cx="4452120" cy="268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81360" algn="ctr">
              <a:lnSpc>
                <a:spcPct val="100000"/>
              </a:lnSpc>
              <a:spcBef>
                <a:spcPts val="99"/>
              </a:spcBef>
            </a:pPr>
            <a:r>
              <a:rPr lang="en-IN" sz="1700" b="0" u="none" strike="noStrike">
                <a:solidFill>
                  <a:srgbClr val="111a36"/>
                </a:solidFill>
                <a:effectLst/>
                <a:uFillTx/>
                <a:latin typeface="Arial MT"/>
              </a:rPr>
              <a:t>Core</a:t>
            </a:r>
            <a:r>
              <a:rPr lang="en-IN" sz="1700" b="0" u="none" spc="26" strike="noStrike">
                <a:solidFill>
                  <a:srgbClr val="111a36"/>
                </a:solidFill>
                <a:effectLst/>
                <a:uFillTx/>
                <a:latin typeface="Arial MT"/>
              </a:rPr>
              <a:t> </a:t>
            </a:r>
            <a:r>
              <a:rPr lang="en-IN" sz="1700" b="0" u="none" spc="-20" strike="noStrike">
                <a:solidFill>
                  <a:srgbClr val="111a36"/>
                </a:solidFill>
                <a:effectLst/>
                <a:uFillTx/>
                <a:latin typeface="Arial MT"/>
              </a:rPr>
              <a:t>Idea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106560">
              <a:lnSpc>
                <a:spcPct val="100000"/>
              </a:lnSpc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Centralized</a:t>
            </a:r>
            <a:r>
              <a:rPr lang="en-IN" sz="1350" b="0" u="none" spc="10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platform</a:t>
            </a:r>
            <a:r>
              <a:rPr lang="en-IN" sz="1350" b="0" u="none" spc="10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for</a:t>
            </a:r>
            <a:r>
              <a:rPr lang="en-IN" sz="1350" b="0" u="none" spc="111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creating</a:t>
            </a:r>
            <a:r>
              <a:rPr lang="en-IN" sz="1350" b="0" u="none" spc="10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and</a:t>
            </a:r>
            <a:r>
              <a:rPr lang="en-IN" sz="1350" b="0" u="none" spc="10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managing</a:t>
            </a:r>
            <a:r>
              <a:rPr lang="en-IN" sz="1350" b="0" u="none" spc="111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20" strike="noStrike">
                <a:solidFill>
                  <a:srgbClr val="222c40"/>
                </a:solidFill>
                <a:effectLst/>
                <a:uFillTx/>
                <a:latin typeface="Arial MT"/>
              </a:rPr>
              <a:t>blog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content.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106560">
              <a:lnSpc>
                <a:spcPct val="100000"/>
              </a:lnSpc>
              <a:spcBef>
                <a:spcPts val="694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Supports</a:t>
            </a:r>
            <a:r>
              <a:rPr lang="en-IN" sz="1350" b="0" u="none" spc="9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drafts,</a:t>
            </a:r>
            <a:r>
              <a:rPr lang="en-IN" sz="1350" b="0" u="none" spc="9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categories,</a:t>
            </a:r>
            <a:r>
              <a:rPr lang="en-IN" sz="1350" b="0" u="none" spc="10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tags,</a:t>
            </a:r>
            <a:r>
              <a:rPr lang="en-IN" sz="1350" b="0" u="none" spc="9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comments</a:t>
            </a:r>
            <a:r>
              <a:rPr lang="en-IN" sz="1350" b="0" u="none" spc="10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and</a:t>
            </a:r>
            <a:r>
              <a:rPr lang="en-IN" sz="1350" b="0" u="none" spc="9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media metadata.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106560">
              <a:lnSpc>
                <a:spcPct val="100000"/>
              </a:lnSpc>
              <a:spcBef>
                <a:spcPts val="700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AI</a:t>
            </a:r>
            <a:r>
              <a:rPr lang="en-IN" sz="1350" b="0" u="none" spc="8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assistance</a:t>
            </a:r>
            <a:r>
              <a:rPr lang="en-IN" sz="1350" b="0" u="none" spc="91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for</a:t>
            </a:r>
            <a:r>
              <a:rPr lang="en-IN" sz="1350" b="0" u="none" spc="8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blog</a:t>
            </a:r>
            <a:r>
              <a:rPr lang="en-IN" sz="1350" b="0" u="none" spc="91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generation</a:t>
            </a:r>
            <a:r>
              <a:rPr lang="en-IN" sz="1350" b="0" u="none" spc="8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and</a:t>
            </a:r>
            <a:r>
              <a:rPr lang="en-IN" sz="1350" b="0" u="none" spc="91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content summarization.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106560">
              <a:lnSpc>
                <a:spcPct val="100000"/>
              </a:lnSpc>
              <a:spcBef>
                <a:spcPts val="694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Role-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based</a:t>
            </a:r>
            <a:r>
              <a:rPr lang="en-IN" sz="1350" b="0" u="none" spc="91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access</a:t>
            </a:r>
            <a:r>
              <a:rPr lang="en-IN" sz="1350" b="0" u="none" spc="9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for</a:t>
            </a:r>
            <a:r>
              <a:rPr lang="en-IN" sz="1350" b="0" u="none" spc="9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Admin,</a:t>
            </a:r>
            <a:r>
              <a:rPr lang="en-IN" sz="1350" b="0" u="none" spc="91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Editor,</a:t>
            </a:r>
            <a:r>
              <a:rPr lang="en-IN" sz="1350" b="0" u="none" spc="9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Author</a:t>
            </a:r>
            <a:r>
              <a:rPr lang="en-IN" sz="1350" b="0" u="none" spc="9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26" strike="noStrike">
                <a:solidFill>
                  <a:srgbClr val="222c40"/>
                </a:solidFill>
                <a:effectLst/>
                <a:uFillTx/>
                <a:latin typeface="Arial MT"/>
              </a:rPr>
              <a:t>and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Reader.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106560">
              <a:lnSpc>
                <a:spcPct val="100000"/>
              </a:lnSpc>
              <a:spcBef>
                <a:spcPts val="700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Security</a:t>
            </a:r>
            <a:r>
              <a:rPr lang="en-IN" sz="1350" b="0" u="none" spc="17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includes</a:t>
            </a:r>
            <a:r>
              <a:rPr lang="en-IN" sz="1350" b="0" u="none" spc="17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JWT</a:t>
            </a:r>
            <a:r>
              <a:rPr lang="en-IN" sz="1350" b="0" u="none" spc="17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authentication,</a:t>
            </a:r>
            <a:r>
              <a:rPr lang="en-IN" sz="1350" b="0" u="none" spc="17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bcrypt</a:t>
            </a:r>
            <a:r>
              <a:rPr lang="en-IN" sz="1350" b="0" u="none" spc="184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hashing,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validation</a:t>
            </a:r>
            <a:r>
              <a:rPr lang="en-IN" sz="1350" b="0" u="none" spc="74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and</a:t>
            </a:r>
            <a:r>
              <a:rPr lang="en-IN" sz="1350" b="0" u="none" spc="74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rate</a:t>
            </a:r>
            <a:r>
              <a:rPr lang="en-IN" sz="1350" b="0" u="none" spc="7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limiting.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3" name="object 6"/>
          <p:cNvGrpSpPr/>
          <p:nvPr/>
        </p:nvGrpSpPr>
        <p:grpSpPr>
          <a:xfrm>
            <a:off x="11252520" y="5423400"/>
            <a:ext cx="938880" cy="1359360"/>
            <a:chOff x="11252520" y="5423400"/>
            <a:chExt cx="938880" cy="1359360"/>
          </a:xfrm>
        </p:grpSpPr>
        <p:pic>
          <p:nvPicPr>
            <p:cNvPr id="154" name="object 7"/>
            <p:cNvPicPr/>
            <p:nvPr/>
          </p:nvPicPr>
          <p:blipFill>
            <a:blip r:embed="rId4"/>
            <a:stretch/>
          </p:blipFill>
          <p:spPr>
            <a:xfrm>
              <a:off x="11252520" y="5423400"/>
              <a:ext cx="938520" cy="1359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5" name="object 8"/>
            <p:cNvSpPr/>
            <p:nvPr/>
          </p:nvSpPr>
          <p:spPr>
            <a:xfrm>
              <a:off x="11292480" y="5440320"/>
              <a:ext cx="898920" cy="1279800"/>
            </a:xfrm>
            <a:custGeom>
              <a:avLst/>
              <a:gdLst>
                <a:gd name="textAreaLeft" fmla="*/ 0 w 898920"/>
                <a:gd name="textAreaRight" fmla="*/ 899280 w 898920"/>
                <a:gd name="textAreaTop" fmla="*/ 0 h 1279800"/>
                <a:gd name="textAreaBottom" fmla="*/ 1280160 h 1279800"/>
              </a:gdLst>
              <a:ahLst/>
              <a:cxnLst/>
              <a:rect l="textAreaLeft" t="textAreaTop" r="textAreaRight" b="textAreaBottom"/>
              <a:pathLst>
                <a:path w="899159" h="1280159">
                  <a:moveTo>
                    <a:pt x="640079" y="0"/>
                  </a:moveTo>
                  <a:lnTo>
                    <a:pt x="592086" y="1798"/>
                  </a:lnTo>
                  <a:lnTo>
                    <a:pt x="544514" y="7161"/>
                  </a:lnTo>
                  <a:lnTo>
                    <a:pt x="497565" y="16037"/>
                  </a:lnTo>
                  <a:lnTo>
                    <a:pt x="451441" y="28376"/>
                  </a:lnTo>
                  <a:lnTo>
                    <a:pt x="406344" y="44129"/>
                  </a:lnTo>
                  <a:lnTo>
                    <a:pt x="362476" y="63245"/>
                  </a:lnTo>
                  <a:lnTo>
                    <a:pt x="320039" y="85674"/>
                  </a:lnTo>
                  <a:lnTo>
                    <a:pt x="279397" y="111238"/>
                  </a:lnTo>
                  <a:lnTo>
                    <a:pt x="240890" y="139692"/>
                  </a:lnTo>
                  <a:lnTo>
                    <a:pt x="204670" y="170887"/>
                  </a:lnTo>
                  <a:lnTo>
                    <a:pt x="170887" y="204670"/>
                  </a:lnTo>
                  <a:lnTo>
                    <a:pt x="139692" y="240890"/>
                  </a:lnTo>
                  <a:lnTo>
                    <a:pt x="111238" y="279397"/>
                  </a:lnTo>
                  <a:lnTo>
                    <a:pt x="85674" y="320039"/>
                  </a:lnTo>
                  <a:lnTo>
                    <a:pt x="63245" y="362476"/>
                  </a:lnTo>
                  <a:lnTo>
                    <a:pt x="44129" y="406344"/>
                  </a:lnTo>
                  <a:lnTo>
                    <a:pt x="28376" y="451441"/>
                  </a:lnTo>
                  <a:lnTo>
                    <a:pt x="16037" y="497565"/>
                  </a:lnTo>
                  <a:lnTo>
                    <a:pt x="7161" y="544514"/>
                  </a:lnTo>
                  <a:lnTo>
                    <a:pt x="1798" y="592086"/>
                  </a:lnTo>
                  <a:lnTo>
                    <a:pt x="0" y="640079"/>
                  </a:lnTo>
                  <a:lnTo>
                    <a:pt x="1798" y="688072"/>
                  </a:lnTo>
                  <a:lnTo>
                    <a:pt x="7161" y="735643"/>
                  </a:lnTo>
                  <a:lnTo>
                    <a:pt x="16037" y="782590"/>
                  </a:lnTo>
                  <a:lnTo>
                    <a:pt x="28376" y="828712"/>
                  </a:lnTo>
                  <a:lnTo>
                    <a:pt x="44129" y="873809"/>
                  </a:lnTo>
                  <a:lnTo>
                    <a:pt x="63245" y="917679"/>
                  </a:lnTo>
                  <a:lnTo>
                    <a:pt x="85674" y="960119"/>
                  </a:lnTo>
                  <a:lnTo>
                    <a:pt x="111238" y="1000757"/>
                  </a:lnTo>
                  <a:lnTo>
                    <a:pt x="139692" y="1039261"/>
                  </a:lnTo>
                  <a:lnTo>
                    <a:pt x="170887" y="1075479"/>
                  </a:lnTo>
                  <a:lnTo>
                    <a:pt x="204670" y="1109260"/>
                  </a:lnTo>
                  <a:lnTo>
                    <a:pt x="240890" y="1140454"/>
                  </a:lnTo>
                  <a:lnTo>
                    <a:pt x="279397" y="1168909"/>
                  </a:lnTo>
                  <a:lnTo>
                    <a:pt x="320039" y="1194473"/>
                  </a:lnTo>
                  <a:lnTo>
                    <a:pt x="362476" y="1216902"/>
                  </a:lnTo>
                  <a:lnTo>
                    <a:pt x="406344" y="1236020"/>
                  </a:lnTo>
                  <a:lnTo>
                    <a:pt x="451441" y="1251775"/>
                  </a:lnTo>
                  <a:lnTo>
                    <a:pt x="497565" y="1264117"/>
                  </a:lnTo>
                  <a:lnTo>
                    <a:pt x="544514" y="1272996"/>
                  </a:lnTo>
                  <a:lnTo>
                    <a:pt x="592086" y="1278360"/>
                  </a:lnTo>
                  <a:lnTo>
                    <a:pt x="640079" y="1280159"/>
                  </a:lnTo>
                  <a:lnTo>
                    <a:pt x="688072" y="1278360"/>
                  </a:lnTo>
                  <a:lnTo>
                    <a:pt x="735643" y="1272996"/>
                  </a:lnTo>
                  <a:lnTo>
                    <a:pt x="782590" y="1264117"/>
                  </a:lnTo>
                  <a:lnTo>
                    <a:pt x="828712" y="1251775"/>
                  </a:lnTo>
                  <a:lnTo>
                    <a:pt x="873809" y="1236020"/>
                  </a:lnTo>
                  <a:lnTo>
                    <a:pt x="898905" y="1225083"/>
                  </a:lnTo>
                  <a:lnTo>
                    <a:pt x="898905" y="55065"/>
                  </a:lnTo>
                  <a:lnTo>
                    <a:pt x="828712" y="28376"/>
                  </a:lnTo>
                  <a:lnTo>
                    <a:pt x="782590" y="16037"/>
                  </a:lnTo>
                  <a:lnTo>
                    <a:pt x="735643" y="7161"/>
                  </a:lnTo>
                  <a:lnTo>
                    <a:pt x="688072" y="1798"/>
                  </a:lnTo>
                  <a:lnTo>
                    <a:pt x="640079" y="0"/>
                  </a:lnTo>
                  <a:close/>
                </a:path>
              </a:pathLst>
            </a:custGeom>
            <a:solidFill>
              <a:srgbClr val="30c3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6" name="object 18"/>
          <p:cNvGrpSpPr/>
          <p:nvPr/>
        </p:nvGrpSpPr>
        <p:grpSpPr>
          <a:xfrm>
            <a:off x="6127560" y="1532520"/>
            <a:ext cx="5438160" cy="4477680"/>
            <a:chOff x="6127560" y="1532520"/>
            <a:chExt cx="5438160" cy="4477680"/>
          </a:xfrm>
        </p:grpSpPr>
        <p:pic>
          <p:nvPicPr>
            <p:cNvPr id="157" name="object 19"/>
            <p:cNvPicPr/>
            <p:nvPr/>
          </p:nvPicPr>
          <p:blipFill>
            <a:blip r:embed="rId5"/>
            <a:stretch/>
          </p:blipFill>
          <p:spPr>
            <a:xfrm>
              <a:off x="6127560" y="1532520"/>
              <a:ext cx="5438160" cy="4477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8" name="object 20"/>
            <p:cNvSpPr/>
            <p:nvPr/>
          </p:nvSpPr>
          <p:spPr>
            <a:xfrm>
              <a:off x="6172200" y="1554120"/>
              <a:ext cx="5348880" cy="4388760"/>
            </a:xfrm>
            <a:custGeom>
              <a:avLst/>
              <a:gdLst>
                <a:gd name="textAreaLeft" fmla="*/ 0 w 5348880"/>
                <a:gd name="textAreaRight" fmla="*/ 5349240 w 5348880"/>
                <a:gd name="textAreaTop" fmla="*/ 0 h 4388760"/>
                <a:gd name="textAreaBottom" fmla="*/ 4389120 h 4388760"/>
              </a:gdLst>
              <a:ahLst/>
              <a:cxnLst/>
              <a:rect l="textAreaLeft" t="textAreaTop" r="textAreaRight" b="textAreaBottom"/>
              <a:pathLst>
                <a:path w="5349240" h="4389120">
                  <a:moveTo>
                    <a:pt x="4617364" y="0"/>
                  </a:moveTo>
                  <a:lnTo>
                    <a:pt x="731520" y="0"/>
                  </a:lnTo>
                  <a:lnTo>
                    <a:pt x="683465" y="1578"/>
                  </a:lnTo>
                  <a:lnTo>
                    <a:pt x="635791" y="6287"/>
                  </a:lnTo>
                  <a:lnTo>
                    <a:pt x="588641" y="14084"/>
                  </a:lnTo>
                  <a:lnTo>
                    <a:pt x="542158" y="24926"/>
                  </a:lnTo>
                  <a:lnTo>
                    <a:pt x="496485" y="38773"/>
                  </a:lnTo>
                  <a:lnTo>
                    <a:pt x="451765" y="55581"/>
                  </a:lnTo>
                  <a:lnTo>
                    <a:pt x="408142" y="75310"/>
                  </a:lnTo>
                  <a:lnTo>
                    <a:pt x="365759" y="97916"/>
                  </a:lnTo>
                  <a:lnTo>
                    <a:pt x="324956" y="123364"/>
                  </a:lnTo>
                  <a:lnTo>
                    <a:pt x="286042" y="151309"/>
                  </a:lnTo>
                  <a:lnTo>
                    <a:pt x="249119" y="181651"/>
                  </a:lnTo>
                  <a:lnTo>
                    <a:pt x="214288" y="214288"/>
                  </a:lnTo>
                  <a:lnTo>
                    <a:pt x="181651" y="249119"/>
                  </a:lnTo>
                  <a:lnTo>
                    <a:pt x="151309" y="286042"/>
                  </a:lnTo>
                  <a:lnTo>
                    <a:pt x="123364" y="324956"/>
                  </a:lnTo>
                  <a:lnTo>
                    <a:pt x="97916" y="365760"/>
                  </a:lnTo>
                  <a:lnTo>
                    <a:pt x="75314" y="408142"/>
                  </a:lnTo>
                  <a:lnTo>
                    <a:pt x="55587" y="451765"/>
                  </a:lnTo>
                  <a:lnTo>
                    <a:pt x="38779" y="496485"/>
                  </a:lnTo>
                  <a:lnTo>
                    <a:pt x="24931" y="542158"/>
                  </a:lnTo>
                  <a:lnTo>
                    <a:pt x="14087" y="588641"/>
                  </a:lnTo>
                  <a:lnTo>
                    <a:pt x="6289" y="635791"/>
                  </a:lnTo>
                  <a:lnTo>
                    <a:pt x="1579" y="683465"/>
                  </a:lnTo>
                  <a:lnTo>
                    <a:pt x="0" y="731519"/>
                  </a:lnTo>
                  <a:lnTo>
                    <a:pt x="0" y="3657600"/>
                  </a:lnTo>
                  <a:lnTo>
                    <a:pt x="1567" y="3705285"/>
                  </a:lnTo>
                  <a:lnTo>
                    <a:pt x="6253" y="3752959"/>
                  </a:lnTo>
                  <a:lnTo>
                    <a:pt x="14027" y="3800110"/>
                  </a:lnTo>
                  <a:lnTo>
                    <a:pt x="24846" y="3846593"/>
                  </a:lnTo>
                  <a:lnTo>
                    <a:pt x="24931" y="3846956"/>
                  </a:lnTo>
                  <a:lnTo>
                    <a:pt x="38668" y="3892266"/>
                  </a:lnTo>
                  <a:lnTo>
                    <a:pt x="55587" y="3937352"/>
                  </a:lnTo>
                  <a:lnTo>
                    <a:pt x="75314" y="3980976"/>
                  </a:lnTo>
                  <a:lnTo>
                    <a:pt x="97916" y="4023359"/>
                  </a:lnTo>
                  <a:lnTo>
                    <a:pt x="123364" y="4064163"/>
                  </a:lnTo>
                  <a:lnTo>
                    <a:pt x="151309" y="4103075"/>
                  </a:lnTo>
                  <a:lnTo>
                    <a:pt x="181651" y="4139996"/>
                  </a:lnTo>
                  <a:lnTo>
                    <a:pt x="214288" y="4174824"/>
                  </a:lnTo>
                  <a:lnTo>
                    <a:pt x="249119" y="4207459"/>
                  </a:lnTo>
                  <a:lnTo>
                    <a:pt x="286042" y="4237799"/>
                  </a:lnTo>
                  <a:lnTo>
                    <a:pt x="324956" y="4265743"/>
                  </a:lnTo>
                  <a:lnTo>
                    <a:pt x="365759" y="4291190"/>
                  </a:lnTo>
                  <a:lnTo>
                    <a:pt x="408142" y="4313797"/>
                  </a:lnTo>
                  <a:lnTo>
                    <a:pt x="451765" y="4333527"/>
                  </a:lnTo>
                  <a:lnTo>
                    <a:pt x="496485" y="4350337"/>
                  </a:lnTo>
                  <a:lnTo>
                    <a:pt x="542158" y="4364186"/>
                  </a:lnTo>
                  <a:lnTo>
                    <a:pt x="588641" y="4375031"/>
                  </a:lnTo>
                  <a:lnTo>
                    <a:pt x="635791" y="4382830"/>
                  </a:lnTo>
                  <a:lnTo>
                    <a:pt x="683465" y="4387540"/>
                  </a:lnTo>
                  <a:lnTo>
                    <a:pt x="731520" y="4389120"/>
                  </a:lnTo>
                  <a:lnTo>
                    <a:pt x="4617720" y="4388751"/>
                  </a:lnTo>
                  <a:lnTo>
                    <a:pt x="4665774" y="4387172"/>
                  </a:lnTo>
                  <a:lnTo>
                    <a:pt x="4713448" y="4382464"/>
                  </a:lnTo>
                  <a:lnTo>
                    <a:pt x="4760598" y="4374667"/>
                  </a:lnTo>
                  <a:lnTo>
                    <a:pt x="4807081" y="4363824"/>
                  </a:lnTo>
                  <a:lnTo>
                    <a:pt x="4852754" y="4349978"/>
                  </a:lnTo>
                  <a:lnTo>
                    <a:pt x="4897474" y="4333169"/>
                  </a:lnTo>
                  <a:lnTo>
                    <a:pt x="4941097" y="4313441"/>
                  </a:lnTo>
                  <a:lnTo>
                    <a:pt x="4983480" y="4290834"/>
                  </a:lnTo>
                  <a:lnTo>
                    <a:pt x="5024283" y="4265387"/>
                  </a:lnTo>
                  <a:lnTo>
                    <a:pt x="5063197" y="4237441"/>
                  </a:lnTo>
                  <a:lnTo>
                    <a:pt x="5100120" y="4207099"/>
                  </a:lnTo>
                  <a:lnTo>
                    <a:pt x="5134951" y="4174463"/>
                  </a:lnTo>
                  <a:lnTo>
                    <a:pt x="5167588" y="4139632"/>
                  </a:lnTo>
                  <a:lnTo>
                    <a:pt x="5197930" y="4102709"/>
                  </a:lnTo>
                  <a:lnTo>
                    <a:pt x="5225875" y="4063795"/>
                  </a:lnTo>
                  <a:lnTo>
                    <a:pt x="5251323" y="4022991"/>
                  </a:lnTo>
                  <a:lnTo>
                    <a:pt x="5273925" y="3980609"/>
                  </a:lnTo>
                  <a:lnTo>
                    <a:pt x="5293652" y="3936986"/>
                  </a:lnTo>
                  <a:lnTo>
                    <a:pt x="5310460" y="3892266"/>
                  </a:lnTo>
                  <a:lnTo>
                    <a:pt x="5324198" y="3846956"/>
                  </a:lnTo>
                  <a:lnTo>
                    <a:pt x="5324308" y="3846593"/>
                  </a:lnTo>
                  <a:lnTo>
                    <a:pt x="5335067" y="3800472"/>
                  </a:lnTo>
                  <a:lnTo>
                    <a:pt x="5342890" y="3753322"/>
                  </a:lnTo>
                  <a:lnTo>
                    <a:pt x="5347624" y="3705650"/>
                  </a:lnTo>
                  <a:lnTo>
                    <a:pt x="5347660" y="3705285"/>
                  </a:lnTo>
                  <a:lnTo>
                    <a:pt x="5349227" y="3657600"/>
                  </a:lnTo>
                  <a:lnTo>
                    <a:pt x="5348884" y="731519"/>
                  </a:lnTo>
                  <a:lnTo>
                    <a:pt x="5347304" y="683465"/>
                  </a:lnTo>
                  <a:lnTo>
                    <a:pt x="5342594" y="635791"/>
                  </a:lnTo>
                  <a:lnTo>
                    <a:pt x="5334796" y="588641"/>
                  </a:lnTo>
                  <a:lnTo>
                    <a:pt x="5323951" y="542158"/>
                  </a:lnTo>
                  <a:lnTo>
                    <a:pt x="5310102" y="496485"/>
                  </a:lnTo>
                  <a:lnTo>
                    <a:pt x="5293291" y="451765"/>
                  </a:lnTo>
                  <a:lnTo>
                    <a:pt x="5273561" y="408142"/>
                  </a:lnTo>
                  <a:lnTo>
                    <a:pt x="5250954" y="365760"/>
                  </a:lnTo>
                  <a:lnTo>
                    <a:pt x="5225507" y="324956"/>
                  </a:lnTo>
                  <a:lnTo>
                    <a:pt x="5197563" y="286042"/>
                  </a:lnTo>
                  <a:lnTo>
                    <a:pt x="5167223" y="249119"/>
                  </a:lnTo>
                  <a:lnTo>
                    <a:pt x="5134589" y="214288"/>
                  </a:lnTo>
                  <a:lnTo>
                    <a:pt x="5099761" y="181651"/>
                  </a:lnTo>
                  <a:lnTo>
                    <a:pt x="5062840" y="151309"/>
                  </a:lnTo>
                  <a:lnTo>
                    <a:pt x="5023927" y="123364"/>
                  </a:lnTo>
                  <a:lnTo>
                    <a:pt x="4983124" y="97916"/>
                  </a:lnTo>
                  <a:lnTo>
                    <a:pt x="4940741" y="75310"/>
                  </a:lnTo>
                  <a:lnTo>
                    <a:pt x="4897117" y="55581"/>
                  </a:lnTo>
                  <a:lnTo>
                    <a:pt x="4852396" y="38773"/>
                  </a:lnTo>
                  <a:lnTo>
                    <a:pt x="4806721" y="24926"/>
                  </a:lnTo>
                  <a:lnTo>
                    <a:pt x="4760237" y="14084"/>
                  </a:lnTo>
                  <a:lnTo>
                    <a:pt x="4713087" y="6287"/>
                  </a:lnTo>
                  <a:lnTo>
                    <a:pt x="4665414" y="1578"/>
                  </a:lnTo>
                  <a:lnTo>
                    <a:pt x="4617364" y="0"/>
                  </a:lnTo>
                  <a:close/>
                </a:path>
              </a:pathLst>
            </a:custGeom>
            <a:solidFill>
              <a:srgbClr val="f7f9f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object 21"/>
            <p:cNvSpPr/>
            <p:nvPr/>
          </p:nvSpPr>
          <p:spPr>
            <a:xfrm>
              <a:off x="6172200" y="1554120"/>
              <a:ext cx="5348880" cy="4388760"/>
            </a:xfrm>
            <a:custGeom>
              <a:avLst/>
              <a:gdLst>
                <a:gd name="textAreaLeft" fmla="*/ 0 w 5348880"/>
                <a:gd name="textAreaRight" fmla="*/ 5349240 w 5348880"/>
                <a:gd name="textAreaTop" fmla="*/ 0 h 4388760"/>
                <a:gd name="textAreaBottom" fmla="*/ 4389120 h 4388760"/>
              </a:gdLst>
              <a:ahLst/>
              <a:cxnLst/>
              <a:rect l="textAreaLeft" t="textAreaTop" r="textAreaRight" b="textAreaBottom"/>
              <a:pathLst>
                <a:path w="5349240" h="4389120">
                  <a:moveTo>
                    <a:pt x="0" y="731519"/>
                  </a:moveTo>
                  <a:lnTo>
                    <a:pt x="1579" y="683465"/>
                  </a:lnTo>
                  <a:lnTo>
                    <a:pt x="6289" y="635791"/>
                  </a:lnTo>
                  <a:lnTo>
                    <a:pt x="14087" y="588641"/>
                  </a:lnTo>
                  <a:lnTo>
                    <a:pt x="24931" y="542158"/>
                  </a:lnTo>
                  <a:lnTo>
                    <a:pt x="38779" y="496485"/>
                  </a:lnTo>
                  <a:lnTo>
                    <a:pt x="55587" y="451765"/>
                  </a:lnTo>
                  <a:lnTo>
                    <a:pt x="75314" y="408142"/>
                  </a:lnTo>
                  <a:lnTo>
                    <a:pt x="97916" y="365760"/>
                  </a:lnTo>
                  <a:lnTo>
                    <a:pt x="123364" y="324956"/>
                  </a:lnTo>
                  <a:lnTo>
                    <a:pt x="151309" y="286042"/>
                  </a:lnTo>
                  <a:lnTo>
                    <a:pt x="181651" y="249119"/>
                  </a:lnTo>
                  <a:lnTo>
                    <a:pt x="214288" y="214288"/>
                  </a:lnTo>
                  <a:lnTo>
                    <a:pt x="249119" y="181651"/>
                  </a:lnTo>
                  <a:lnTo>
                    <a:pt x="286042" y="151309"/>
                  </a:lnTo>
                  <a:lnTo>
                    <a:pt x="324956" y="123364"/>
                  </a:lnTo>
                  <a:lnTo>
                    <a:pt x="365759" y="97916"/>
                  </a:lnTo>
                  <a:lnTo>
                    <a:pt x="408142" y="75310"/>
                  </a:lnTo>
                  <a:lnTo>
                    <a:pt x="451765" y="55581"/>
                  </a:lnTo>
                  <a:lnTo>
                    <a:pt x="496485" y="38773"/>
                  </a:lnTo>
                  <a:lnTo>
                    <a:pt x="542158" y="24926"/>
                  </a:lnTo>
                  <a:lnTo>
                    <a:pt x="588641" y="14084"/>
                  </a:lnTo>
                  <a:lnTo>
                    <a:pt x="635791" y="6287"/>
                  </a:lnTo>
                  <a:lnTo>
                    <a:pt x="683465" y="1578"/>
                  </a:lnTo>
                  <a:lnTo>
                    <a:pt x="731520" y="0"/>
                  </a:lnTo>
                  <a:lnTo>
                    <a:pt x="4617364" y="0"/>
                  </a:lnTo>
                  <a:lnTo>
                    <a:pt x="4665414" y="1578"/>
                  </a:lnTo>
                  <a:lnTo>
                    <a:pt x="4713087" y="6287"/>
                  </a:lnTo>
                  <a:lnTo>
                    <a:pt x="4760237" y="14084"/>
                  </a:lnTo>
                  <a:lnTo>
                    <a:pt x="4806721" y="24926"/>
                  </a:lnTo>
                  <a:lnTo>
                    <a:pt x="4852396" y="38773"/>
                  </a:lnTo>
                  <a:lnTo>
                    <a:pt x="4897117" y="55581"/>
                  </a:lnTo>
                  <a:lnTo>
                    <a:pt x="4940741" y="75310"/>
                  </a:lnTo>
                  <a:lnTo>
                    <a:pt x="4983124" y="97916"/>
                  </a:lnTo>
                  <a:lnTo>
                    <a:pt x="5023927" y="123364"/>
                  </a:lnTo>
                  <a:lnTo>
                    <a:pt x="5062840" y="151309"/>
                  </a:lnTo>
                  <a:lnTo>
                    <a:pt x="5099761" y="181651"/>
                  </a:lnTo>
                  <a:lnTo>
                    <a:pt x="5134589" y="214288"/>
                  </a:lnTo>
                  <a:lnTo>
                    <a:pt x="5167223" y="249119"/>
                  </a:lnTo>
                  <a:lnTo>
                    <a:pt x="5197563" y="286042"/>
                  </a:lnTo>
                  <a:lnTo>
                    <a:pt x="5225507" y="324956"/>
                  </a:lnTo>
                  <a:lnTo>
                    <a:pt x="5250954" y="365760"/>
                  </a:lnTo>
                  <a:lnTo>
                    <a:pt x="5273561" y="408142"/>
                  </a:lnTo>
                  <a:lnTo>
                    <a:pt x="5293291" y="451765"/>
                  </a:lnTo>
                  <a:lnTo>
                    <a:pt x="5310102" y="496485"/>
                  </a:lnTo>
                  <a:lnTo>
                    <a:pt x="5323951" y="542158"/>
                  </a:lnTo>
                  <a:lnTo>
                    <a:pt x="5334796" y="588641"/>
                  </a:lnTo>
                  <a:lnTo>
                    <a:pt x="5342594" y="635791"/>
                  </a:lnTo>
                  <a:lnTo>
                    <a:pt x="5347304" y="683465"/>
                  </a:lnTo>
                  <a:lnTo>
                    <a:pt x="5348884" y="731519"/>
                  </a:lnTo>
                  <a:lnTo>
                    <a:pt x="5349240" y="3657231"/>
                  </a:lnTo>
                  <a:lnTo>
                    <a:pt x="5347660" y="3705285"/>
                  </a:lnTo>
                  <a:lnTo>
                    <a:pt x="5342950" y="3752959"/>
                  </a:lnTo>
                  <a:lnTo>
                    <a:pt x="5335152" y="3800110"/>
                  </a:lnTo>
                  <a:lnTo>
                    <a:pt x="5324308" y="3846593"/>
                  </a:lnTo>
                  <a:lnTo>
                    <a:pt x="5310460" y="3892266"/>
                  </a:lnTo>
                  <a:lnTo>
                    <a:pt x="5293652" y="3936986"/>
                  </a:lnTo>
                  <a:lnTo>
                    <a:pt x="5273925" y="3980609"/>
                  </a:lnTo>
                  <a:lnTo>
                    <a:pt x="5251323" y="4022991"/>
                  </a:lnTo>
                  <a:lnTo>
                    <a:pt x="5225875" y="4063795"/>
                  </a:lnTo>
                  <a:lnTo>
                    <a:pt x="5197930" y="4102709"/>
                  </a:lnTo>
                  <a:lnTo>
                    <a:pt x="5167588" y="4139632"/>
                  </a:lnTo>
                  <a:lnTo>
                    <a:pt x="5134951" y="4174463"/>
                  </a:lnTo>
                  <a:lnTo>
                    <a:pt x="5100120" y="4207099"/>
                  </a:lnTo>
                  <a:lnTo>
                    <a:pt x="5063197" y="4237441"/>
                  </a:lnTo>
                  <a:lnTo>
                    <a:pt x="5024283" y="4265387"/>
                  </a:lnTo>
                  <a:lnTo>
                    <a:pt x="4983480" y="4290834"/>
                  </a:lnTo>
                  <a:lnTo>
                    <a:pt x="4941097" y="4313441"/>
                  </a:lnTo>
                  <a:lnTo>
                    <a:pt x="4897474" y="4333169"/>
                  </a:lnTo>
                  <a:lnTo>
                    <a:pt x="4852754" y="4349978"/>
                  </a:lnTo>
                  <a:lnTo>
                    <a:pt x="4807081" y="4363824"/>
                  </a:lnTo>
                  <a:lnTo>
                    <a:pt x="4760598" y="4374667"/>
                  </a:lnTo>
                  <a:lnTo>
                    <a:pt x="4713448" y="4382464"/>
                  </a:lnTo>
                  <a:lnTo>
                    <a:pt x="4665774" y="4387172"/>
                  </a:lnTo>
                  <a:lnTo>
                    <a:pt x="4617720" y="4388751"/>
                  </a:lnTo>
                  <a:lnTo>
                    <a:pt x="731520" y="4389120"/>
                  </a:lnTo>
                  <a:lnTo>
                    <a:pt x="683465" y="4387540"/>
                  </a:lnTo>
                  <a:lnTo>
                    <a:pt x="635791" y="4382830"/>
                  </a:lnTo>
                  <a:lnTo>
                    <a:pt x="588641" y="4375031"/>
                  </a:lnTo>
                  <a:lnTo>
                    <a:pt x="542158" y="4364186"/>
                  </a:lnTo>
                  <a:lnTo>
                    <a:pt x="496485" y="4350337"/>
                  </a:lnTo>
                  <a:lnTo>
                    <a:pt x="451765" y="4333527"/>
                  </a:lnTo>
                  <a:lnTo>
                    <a:pt x="408142" y="4313797"/>
                  </a:lnTo>
                  <a:lnTo>
                    <a:pt x="365759" y="4291190"/>
                  </a:lnTo>
                  <a:lnTo>
                    <a:pt x="324956" y="4265743"/>
                  </a:lnTo>
                  <a:lnTo>
                    <a:pt x="286042" y="4237799"/>
                  </a:lnTo>
                  <a:lnTo>
                    <a:pt x="249119" y="4207459"/>
                  </a:lnTo>
                  <a:lnTo>
                    <a:pt x="214288" y="4174824"/>
                  </a:lnTo>
                  <a:lnTo>
                    <a:pt x="181651" y="4139996"/>
                  </a:lnTo>
                  <a:lnTo>
                    <a:pt x="151309" y="4103075"/>
                  </a:lnTo>
                  <a:lnTo>
                    <a:pt x="123364" y="4064163"/>
                  </a:lnTo>
                  <a:lnTo>
                    <a:pt x="97916" y="4023359"/>
                  </a:lnTo>
                  <a:lnTo>
                    <a:pt x="75314" y="3980976"/>
                  </a:lnTo>
                  <a:lnTo>
                    <a:pt x="55587" y="3937352"/>
                  </a:lnTo>
                  <a:lnTo>
                    <a:pt x="38779" y="3892631"/>
                  </a:lnTo>
                  <a:lnTo>
                    <a:pt x="24931" y="3846956"/>
                  </a:lnTo>
                  <a:lnTo>
                    <a:pt x="14087" y="3800472"/>
                  </a:lnTo>
                  <a:lnTo>
                    <a:pt x="6289" y="3753322"/>
                  </a:lnTo>
                  <a:lnTo>
                    <a:pt x="1579" y="3705650"/>
                  </a:lnTo>
                  <a:lnTo>
                    <a:pt x="0" y="3657600"/>
                  </a:lnTo>
                  <a:lnTo>
                    <a:pt x="0" y="731519"/>
                  </a:lnTo>
                  <a:close/>
                </a:path>
              </a:pathLst>
            </a:custGeom>
            <a:noFill/>
            <a:ln w="9359">
              <a:solidFill>
                <a:srgbClr val="e7ee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0" name="object 22"/>
          <p:cNvSpPr/>
          <p:nvPr/>
        </p:nvSpPr>
        <p:spPr>
          <a:xfrm>
            <a:off x="6575040" y="2928240"/>
            <a:ext cx="4570920" cy="16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8280" algn="ctr">
              <a:lnSpc>
                <a:spcPct val="100000"/>
              </a:lnSpc>
              <a:spcBef>
                <a:spcPts val="99"/>
              </a:spcBef>
            </a:pPr>
            <a:r>
              <a:rPr lang="en-IN" sz="1700" b="0" u="none" strike="noStrike">
                <a:solidFill>
                  <a:srgbClr val="111a36"/>
                </a:solidFill>
                <a:effectLst/>
                <a:uFillTx/>
                <a:latin typeface="Arial MT"/>
              </a:rPr>
              <a:t>Key</a:t>
            </a:r>
            <a:r>
              <a:rPr lang="en-IN" sz="1700" b="0" u="none" spc="-6" strike="noStrike">
                <a:solidFill>
                  <a:srgbClr val="111a36"/>
                </a:solidFill>
                <a:effectLst/>
                <a:uFillTx/>
                <a:latin typeface="Arial MT"/>
              </a:rPr>
              <a:t> </a:t>
            </a:r>
            <a:r>
              <a:rPr lang="en-IN" sz="1700" b="0" u="none" spc="-11" strike="noStrike">
                <a:solidFill>
                  <a:srgbClr val="111a36"/>
                </a:solidFill>
                <a:effectLst/>
                <a:uFillTx/>
                <a:latin typeface="Arial MT"/>
              </a:rPr>
              <a:t>Benefits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9520" indent="-106560">
              <a:lnSpc>
                <a:spcPct val="100000"/>
              </a:lnSpc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Reduces</a:t>
            </a:r>
            <a:r>
              <a:rPr lang="en-IN" sz="1350" b="0" u="none" spc="8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manual</a:t>
            </a:r>
            <a:r>
              <a:rPr lang="en-IN" sz="1350" b="0" u="none" spc="8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effort</a:t>
            </a:r>
            <a:r>
              <a:rPr lang="en-IN" sz="1350" b="0" u="none" spc="91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in</a:t>
            </a:r>
            <a:r>
              <a:rPr lang="en-IN" sz="1350" b="0" u="none" spc="8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content</a:t>
            </a:r>
            <a:r>
              <a:rPr lang="en-IN" sz="1350" b="0" u="none" spc="91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creation.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9520" indent="-106560">
              <a:lnSpc>
                <a:spcPct val="100000"/>
              </a:lnSpc>
              <a:spcBef>
                <a:spcPts val="694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Improves</a:t>
            </a:r>
            <a:r>
              <a:rPr lang="en-IN" sz="1350" b="0" u="none" spc="111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approval</a:t>
            </a:r>
            <a:r>
              <a:rPr lang="en-IN" sz="1350" b="0" u="none" spc="113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and</a:t>
            </a:r>
            <a:r>
              <a:rPr lang="en-IN" sz="1350" b="0" u="none" spc="113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publishing</a:t>
            </a:r>
            <a:r>
              <a:rPr lang="en-IN" sz="1350" b="0" u="none" spc="113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workflows.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9520" indent="-106560">
              <a:lnSpc>
                <a:spcPct val="100000"/>
              </a:lnSpc>
              <a:spcBef>
                <a:spcPts val="700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Maintains</a:t>
            </a:r>
            <a:r>
              <a:rPr lang="en-IN" sz="1350" b="0" u="none" spc="130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structured</a:t>
            </a:r>
            <a:r>
              <a:rPr lang="en-IN" sz="1350" b="0" u="none" spc="130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and</a:t>
            </a:r>
            <a:r>
              <a:rPr lang="en-IN" sz="1350" b="0" u="none" spc="130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validated</a:t>
            </a:r>
            <a:r>
              <a:rPr lang="en-IN" sz="1350" b="0" u="none" spc="130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MongoDB</a:t>
            </a:r>
            <a:r>
              <a:rPr lang="en-IN" sz="1350" b="0" u="none" spc="130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data.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9520" indent="-106560">
              <a:lnSpc>
                <a:spcPct val="100000"/>
              </a:lnSpc>
              <a:spcBef>
                <a:spcPts val="700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Provides</a:t>
            </a:r>
            <a:r>
              <a:rPr lang="en-IN" sz="1350" b="0" u="none" spc="9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protected</a:t>
            </a:r>
            <a:r>
              <a:rPr lang="en-IN" sz="1350" b="0" u="none" spc="10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API</a:t>
            </a:r>
            <a:r>
              <a:rPr lang="en-IN" sz="1350" b="0" u="none" spc="9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endpoints</a:t>
            </a:r>
            <a:r>
              <a:rPr lang="en-IN" sz="1350" b="0" u="none" spc="10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for</a:t>
            </a:r>
            <a:r>
              <a:rPr lang="en-IN" sz="1350" b="0" u="none" spc="10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different</a:t>
            </a:r>
            <a:r>
              <a:rPr lang="en-IN" sz="1350" b="0" u="none" spc="9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user</a:t>
            </a:r>
            <a:r>
              <a:rPr lang="en-IN" sz="1350" b="0" u="none" spc="10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roles.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9520" indent="-106560">
              <a:lnSpc>
                <a:spcPct val="100000"/>
              </a:lnSpc>
              <a:spcBef>
                <a:spcPts val="700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Designed</a:t>
            </a:r>
            <a:r>
              <a:rPr lang="en-IN" sz="1350" b="0" u="none" spc="74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with</a:t>
            </a:r>
            <a:r>
              <a:rPr lang="en-IN" sz="1350" b="0" u="none" spc="74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</a:t>
            </a:r>
            <a:r>
              <a:rPr lang="en-IN" sz="1350" b="0" u="none" spc="7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modular,</a:t>
            </a:r>
            <a:r>
              <a:rPr lang="en-IN" sz="1350" b="0" u="none" spc="74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scalable</a:t>
            </a:r>
            <a:r>
              <a:rPr lang="en-IN" sz="1350" b="0" u="none" spc="7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backend</a:t>
            </a:r>
            <a:r>
              <a:rPr lang="en-IN" sz="1350" b="0" u="none" spc="74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architecture.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ftr" idx="16"/>
          </p:nvPr>
        </p:nvSpPr>
        <p:spPr>
          <a:xfrm>
            <a:off x="735840" y="6512400"/>
            <a:ext cx="3336480" cy="160200"/>
          </a:xfrm>
          <a:prstGeom prst="rect">
            <a:avLst/>
          </a:prstGeom>
          <a:noFill/>
          <a:ln w="0">
            <a:noFill/>
          </a:ln>
        </p:spPr>
        <p:txBody>
          <a:bodyPr lIns="0" rIns="0" tIns="5760" bIns="0" anchor="t">
            <a:spAutoFit/>
          </a:bodyPr>
          <a:lstStyle>
            <a:lvl1pPr marL="1260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12600" indent="0">
              <a:lnSpc>
                <a:spcPct val="100000"/>
              </a:lnSpc>
              <a:spcBef>
                <a:spcPts val="45"/>
              </a:spcBef>
              <a:buNone/>
            </a:pP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ContentGen</a:t>
            </a:r>
            <a:r>
              <a:rPr lang="en-IN" sz="850" b="0" u="none" spc="34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/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BlogNest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•</a:t>
            </a:r>
            <a:r>
              <a:rPr lang="en-IN" sz="850" b="0" u="none" spc="45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AI-Powered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Content</a:t>
            </a:r>
            <a:r>
              <a:rPr lang="en-IN" sz="850" b="0" u="none" spc="34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Management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pc="-11" strike="noStrike">
                <a:solidFill>
                  <a:srgbClr val="e7eef7"/>
                </a:solidFill>
                <a:effectLst/>
                <a:uFillTx/>
                <a:latin typeface="Arial MT"/>
              </a:rPr>
              <a:t>System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17"/>
          </p:nvPr>
        </p:nvSpPr>
        <p:spPr>
          <a:xfrm>
            <a:off x="5128560" y="6512400"/>
            <a:ext cx="339840" cy="160200"/>
          </a:xfrm>
          <a:prstGeom prst="rect">
            <a:avLst/>
          </a:prstGeom>
          <a:noFill/>
          <a:ln w="0">
            <a:noFill/>
          </a:ln>
        </p:spPr>
        <p:txBody>
          <a:bodyPr lIns="0" rIns="0" tIns="5760" bIns="0" anchor="t">
            <a:spAutoFit/>
          </a:bodyPr>
          <a:lstStyle>
            <a:lvl1pPr marL="6336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63360" indent="0">
              <a:lnSpc>
                <a:spcPct val="100000"/>
              </a:lnSpc>
              <a:spcBef>
                <a:spcPts val="45"/>
              </a:spcBef>
              <a:buNone/>
            </a:pPr>
            <a:fld id="{789BE82B-2080-4983-B45C-0BA1AE2DF917}" type="slidenum"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&lt;number&gt;</a:t>
            </a:fld>
            <a:r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/7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717120" y="443520"/>
            <a:ext cx="41544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IN" sz="29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System</a:t>
            </a:r>
            <a:r>
              <a:rPr lang="en-IN" sz="2900" b="0" u="none" spc="275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900" b="0" u="none" spc="40" strike="noStrike">
                <a:solidFill>
                  <a:srgbClr val="f7f9fb"/>
                </a:solidFill>
                <a:effectLst/>
                <a:uFillTx/>
                <a:latin typeface="Arial MT"/>
              </a:rPr>
              <a:t>Architecture</a:t>
            </a:r>
            <a:endParaRPr lang="en-IN" sz="2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4" name="object 3"/>
          <p:cNvSpPr/>
          <p:nvPr/>
        </p:nvSpPr>
        <p:spPr>
          <a:xfrm>
            <a:off x="735480" y="1056600"/>
            <a:ext cx="40586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Layered</a:t>
            </a:r>
            <a:r>
              <a:rPr lang="en-IN" sz="1300" b="0" u="none" spc="74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backend</a:t>
            </a:r>
            <a:r>
              <a:rPr lang="en-IN" sz="1300" b="0" u="none" spc="74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architecture</a:t>
            </a:r>
            <a:r>
              <a:rPr lang="en-IN" sz="1300" b="0" u="none" spc="79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used</a:t>
            </a:r>
            <a:r>
              <a:rPr lang="en-IN" sz="1300" b="0" u="none" spc="71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by</a:t>
            </a:r>
            <a:r>
              <a:rPr lang="en-IN" sz="1300" b="0" u="none" spc="71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the</a:t>
            </a:r>
            <a:r>
              <a:rPr lang="en-IN" sz="1300" b="0" u="none" spc="79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pc="-11" strike="noStrike">
                <a:solidFill>
                  <a:srgbClr val="e7eef7"/>
                </a:solidFill>
                <a:effectLst/>
                <a:uFillTx/>
                <a:latin typeface="Arial MT"/>
              </a:rPr>
              <a:t>application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5" name="object 12"/>
          <p:cNvGrpSpPr/>
          <p:nvPr/>
        </p:nvGrpSpPr>
        <p:grpSpPr>
          <a:xfrm>
            <a:off x="4485960" y="1582920"/>
            <a:ext cx="1954440" cy="856800"/>
            <a:chOff x="4485960" y="1582920"/>
            <a:chExt cx="1954440" cy="856800"/>
          </a:xfrm>
        </p:grpSpPr>
        <p:pic>
          <p:nvPicPr>
            <p:cNvPr id="166" name="object 13"/>
            <p:cNvPicPr/>
            <p:nvPr/>
          </p:nvPicPr>
          <p:blipFill>
            <a:blip r:embed="rId1"/>
            <a:stretch/>
          </p:blipFill>
          <p:spPr>
            <a:xfrm>
              <a:off x="4485960" y="1582920"/>
              <a:ext cx="1954440" cy="856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7" name="object 14"/>
            <p:cNvSpPr/>
            <p:nvPr/>
          </p:nvSpPr>
          <p:spPr>
            <a:xfrm>
              <a:off x="4525920" y="1599840"/>
              <a:ext cx="1874880" cy="777600"/>
            </a:xfrm>
            <a:custGeom>
              <a:avLst/>
              <a:gdLst>
                <a:gd name="textAreaLeft" fmla="*/ 0 w 1874880"/>
                <a:gd name="textAreaRight" fmla="*/ 1875240 w 187488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1875154" h="777875">
                  <a:moveTo>
                    <a:pt x="129959" y="0"/>
                  </a:moveTo>
                  <a:lnTo>
                    <a:pt x="80440" y="9869"/>
                  </a:lnTo>
                  <a:lnTo>
                    <a:pt x="38290" y="37928"/>
                  </a:lnTo>
                  <a:lnTo>
                    <a:pt x="10230" y="80084"/>
                  </a:lnTo>
                  <a:lnTo>
                    <a:pt x="355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72" y="712800"/>
                  </a:lnTo>
                  <a:lnTo>
                    <a:pt x="50636" y="750812"/>
                  </a:lnTo>
                  <a:lnTo>
                    <a:pt x="96116" y="773139"/>
                  </a:lnTo>
                  <a:lnTo>
                    <a:pt x="129590" y="777595"/>
                  </a:lnTo>
                  <a:lnTo>
                    <a:pt x="1745272" y="777595"/>
                  </a:lnTo>
                  <a:lnTo>
                    <a:pt x="1794790" y="767721"/>
                  </a:lnTo>
                  <a:lnTo>
                    <a:pt x="1836940" y="739660"/>
                  </a:lnTo>
                  <a:lnTo>
                    <a:pt x="1865001" y="697510"/>
                  </a:lnTo>
                  <a:lnTo>
                    <a:pt x="1874875" y="647992"/>
                  </a:lnTo>
                  <a:lnTo>
                    <a:pt x="1874850" y="129590"/>
                  </a:lnTo>
                  <a:lnTo>
                    <a:pt x="1865001" y="80440"/>
                  </a:lnTo>
                  <a:lnTo>
                    <a:pt x="1836940" y="38290"/>
                  </a:lnTo>
                  <a:lnTo>
                    <a:pt x="1794790" y="10230"/>
                  </a:lnTo>
                  <a:lnTo>
                    <a:pt x="1745272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f199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8" name="object 15"/>
          <p:cNvSpPr/>
          <p:nvPr/>
        </p:nvSpPr>
        <p:spPr>
          <a:xfrm>
            <a:off x="5013000" y="1777680"/>
            <a:ext cx="9014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6560" indent="-432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IN" sz="13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JWT + </a:t>
            </a:r>
            <a:r>
              <a:rPr lang="en-IN" sz="1300" b="0" u="none" spc="-20" strike="noStrike">
                <a:solidFill>
                  <a:srgbClr val="f7f9fb"/>
                </a:solidFill>
                <a:effectLst/>
                <a:uFillTx/>
                <a:latin typeface="Arial MT"/>
              </a:rPr>
              <a:t>Role </a:t>
            </a:r>
            <a:r>
              <a:rPr lang="en-IN" sz="1300" b="0" u="none" spc="-11" strike="noStrike">
                <a:solidFill>
                  <a:srgbClr val="f7f9fb"/>
                </a:solidFill>
                <a:effectLst/>
                <a:uFillTx/>
                <a:latin typeface="Arial MT"/>
              </a:rPr>
              <a:t>Middleware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9" name="object 4"/>
          <p:cNvGrpSpPr/>
          <p:nvPr/>
        </p:nvGrpSpPr>
        <p:grpSpPr>
          <a:xfrm>
            <a:off x="462240" y="2314440"/>
            <a:ext cx="1634400" cy="856800"/>
            <a:chOff x="462240" y="2314440"/>
            <a:chExt cx="1634400" cy="856800"/>
          </a:xfrm>
        </p:grpSpPr>
        <p:pic>
          <p:nvPicPr>
            <p:cNvPr id="170" name="object 5"/>
            <p:cNvPicPr/>
            <p:nvPr/>
          </p:nvPicPr>
          <p:blipFill>
            <a:blip r:embed="rId2"/>
            <a:stretch/>
          </p:blipFill>
          <p:spPr>
            <a:xfrm>
              <a:off x="462240" y="2314440"/>
              <a:ext cx="1634400" cy="856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1" name="object 6"/>
            <p:cNvSpPr/>
            <p:nvPr/>
          </p:nvSpPr>
          <p:spPr>
            <a:xfrm>
              <a:off x="502200" y="2331360"/>
              <a:ext cx="1554840" cy="777600"/>
            </a:xfrm>
            <a:custGeom>
              <a:avLst/>
              <a:gdLst>
                <a:gd name="textAreaLeft" fmla="*/ 0 w 1554840"/>
                <a:gd name="textAreaRight" fmla="*/ 1555200 w 155484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1555114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425244" y="777595"/>
                  </a:lnTo>
                  <a:lnTo>
                    <a:pt x="1474752" y="767721"/>
                  </a:lnTo>
                  <a:lnTo>
                    <a:pt x="1516907" y="739660"/>
                  </a:lnTo>
                  <a:lnTo>
                    <a:pt x="1544973" y="697510"/>
                  </a:lnTo>
                  <a:lnTo>
                    <a:pt x="1554848" y="647992"/>
                  </a:lnTo>
                  <a:lnTo>
                    <a:pt x="1554823" y="129590"/>
                  </a:lnTo>
                  <a:lnTo>
                    <a:pt x="1544973" y="80440"/>
                  </a:lnTo>
                  <a:lnTo>
                    <a:pt x="1516907" y="38290"/>
                  </a:lnTo>
                  <a:lnTo>
                    <a:pt x="1474752" y="10230"/>
                  </a:lnTo>
                  <a:lnTo>
                    <a:pt x="142524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173d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2" name="object 7"/>
          <p:cNvSpPr/>
          <p:nvPr/>
        </p:nvSpPr>
        <p:spPr>
          <a:xfrm>
            <a:off x="649080" y="2608560"/>
            <a:ext cx="12625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Client</a:t>
            </a:r>
            <a:r>
              <a:rPr lang="en-IN" sz="1300" b="0" u="none" spc="34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/</a:t>
            </a:r>
            <a:r>
              <a:rPr lang="en-IN" sz="1300" b="0" u="none" spc="34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pc="-11" strike="noStrike">
                <a:solidFill>
                  <a:srgbClr val="f7f9fb"/>
                </a:solidFill>
                <a:effectLst/>
                <a:uFillTx/>
                <a:latin typeface="Arial MT"/>
              </a:rPr>
              <a:t>Postman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3" name="object 8"/>
          <p:cNvGrpSpPr/>
          <p:nvPr/>
        </p:nvGrpSpPr>
        <p:grpSpPr>
          <a:xfrm>
            <a:off x="2382480" y="2314440"/>
            <a:ext cx="1817280" cy="856800"/>
            <a:chOff x="2382480" y="2314440"/>
            <a:chExt cx="1817280" cy="856800"/>
          </a:xfrm>
        </p:grpSpPr>
        <p:pic>
          <p:nvPicPr>
            <p:cNvPr id="174" name="object 9"/>
            <p:cNvPicPr/>
            <p:nvPr/>
          </p:nvPicPr>
          <p:blipFill>
            <a:blip r:embed="rId3"/>
            <a:stretch/>
          </p:blipFill>
          <p:spPr>
            <a:xfrm>
              <a:off x="2382480" y="2314440"/>
              <a:ext cx="1817280" cy="856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5" name="object 10"/>
            <p:cNvSpPr/>
            <p:nvPr/>
          </p:nvSpPr>
          <p:spPr>
            <a:xfrm>
              <a:off x="2422440" y="2331360"/>
              <a:ext cx="1737720" cy="777600"/>
            </a:xfrm>
            <a:custGeom>
              <a:avLst/>
              <a:gdLst>
                <a:gd name="textAreaLeft" fmla="*/ 0 w 1737720"/>
                <a:gd name="textAreaRight" fmla="*/ 1738080 w 173772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1737995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608124" y="777595"/>
                  </a:lnTo>
                  <a:lnTo>
                    <a:pt x="1657632" y="767721"/>
                  </a:lnTo>
                  <a:lnTo>
                    <a:pt x="1699787" y="739660"/>
                  </a:lnTo>
                  <a:lnTo>
                    <a:pt x="1727853" y="697510"/>
                  </a:lnTo>
                  <a:lnTo>
                    <a:pt x="1737728" y="647992"/>
                  </a:lnTo>
                  <a:lnTo>
                    <a:pt x="1737703" y="129590"/>
                  </a:lnTo>
                  <a:lnTo>
                    <a:pt x="1727853" y="80440"/>
                  </a:lnTo>
                  <a:lnTo>
                    <a:pt x="1699787" y="38290"/>
                  </a:lnTo>
                  <a:lnTo>
                    <a:pt x="1657632" y="10230"/>
                  </a:lnTo>
                  <a:lnTo>
                    <a:pt x="160812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0c3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6" name="object 11"/>
          <p:cNvSpPr/>
          <p:nvPr/>
        </p:nvSpPr>
        <p:spPr>
          <a:xfrm>
            <a:off x="2697480" y="2509200"/>
            <a:ext cx="11890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64960" indent="-25272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IN" sz="13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Express</a:t>
            </a:r>
            <a:r>
              <a:rPr lang="en-IN" sz="1300" b="0" u="none" spc="125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pc="-11" strike="noStrike">
                <a:solidFill>
                  <a:srgbClr val="f7f9fb"/>
                </a:solidFill>
                <a:effectLst/>
                <a:uFillTx/>
                <a:latin typeface="Arial MT"/>
              </a:rPr>
              <a:t>Server Gateway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7" name="object 20"/>
          <p:cNvGrpSpPr/>
          <p:nvPr/>
        </p:nvGrpSpPr>
        <p:grpSpPr>
          <a:xfrm>
            <a:off x="6863040" y="2314440"/>
            <a:ext cx="1908720" cy="856800"/>
            <a:chOff x="6863040" y="2314440"/>
            <a:chExt cx="1908720" cy="856800"/>
          </a:xfrm>
        </p:grpSpPr>
        <p:pic>
          <p:nvPicPr>
            <p:cNvPr id="178" name="object 21"/>
            <p:cNvPicPr/>
            <p:nvPr/>
          </p:nvPicPr>
          <p:blipFill>
            <a:blip r:embed="rId4"/>
            <a:stretch/>
          </p:blipFill>
          <p:spPr>
            <a:xfrm>
              <a:off x="6863040" y="2314440"/>
              <a:ext cx="1908720" cy="856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9" name="object 22"/>
            <p:cNvSpPr/>
            <p:nvPr/>
          </p:nvSpPr>
          <p:spPr>
            <a:xfrm>
              <a:off x="6903000" y="2331360"/>
              <a:ext cx="1829160" cy="777600"/>
            </a:xfrm>
            <a:custGeom>
              <a:avLst/>
              <a:gdLst>
                <a:gd name="textAreaLeft" fmla="*/ 0 w 1829160"/>
                <a:gd name="textAreaRight" fmla="*/ 1829520 w 182916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1829434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699564" y="777595"/>
                  </a:lnTo>
                  <a:lnTo>
                    <a:pt x="1749072" y="767721"/>
                  </a:lnTo>
                  <a:lnTo>
                    <a:pt x="1791227" y="739660"/>
                  </a:lnTo>
                  <a:lnTo>
                    <a:pt x="1819293" y="697510"/>
                  </a:lnTo>
                  <a:lnTo>
                    <a:pt x="1829168" y="647992"/>
                  </a:lnTo>
                  <a:lnTo>
                    <a:pt x="1829143" y="129590"/>
                  </a:lnTo>
                  <a:lnTo>
                    <a:pt x="1819293" y="80440"/>
                  </a:lnTo>
                  <a:lnTo>
                    <a:pt x="1791227" y="38290"/>
                  </a:lnTo>
                  <a:lnTo>
                    <a:pt x="1749072" y="10230"/>
                  </a:lnTo>
                  <a:lnTo>
                    <a:pt x="169956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173d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0" name="object 24"/>
          <p:cNvSpPr/>
          <p:nvPr/>
        </p:nvSpPr>
        <p:spPr>
          <a:xfrm>
            <a:off x="7398360" y="2509200"/>
            <a:ext cx="8402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indent="648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IN" sz="1300" b="0" u="none" spc="-11" strike="noStrike">
                <a:solidFill>
                  <a:srgbClr val="f7f9fb"/>
                </a:solidFill>
                <a:effectLst/>
                <a:uFillTx/>
                <a:latin typeface="Arial MT"/>
              </a:rPr>
              <a:t>Mongoose </a:t>
            </a:r>
            <a:r>
              <a:rPr lang="en-IN" sz="13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Data</a:t>
            </a:r>
            <a:r>
              <a:rPr lang="en-IN" sz="1300" b="0" u="none" spc="-14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pc="-11" strike="noStrike">
                <a:solidFill>
                  <a:srgbClr val="f7f9fb"/>
                </a:solidFill>
                <a:effectLst/>
                <a:uFillTx/>
                <a:latin typeface="Arial MT"/>
              </a:rPr>
              <a:t>Layer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object 23"/>
          <p:cNvSpPr/>
          <p:nvPr/>
        </p:nvSpPr>
        <p:spPr>
          <a:xfrm>
            <a:off x="8719920" y="2509200"/>
            <a:ext cx="475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algn="l" pos="461520"/>
              </a:tabLst>
            </a:pPr>
            <a:r>
              <a:rPr lang="en-IN" sz="1300" b="1" u="heavy" strike="noStrike">
                <a:solidFill>
                  <a:srgbClr val="f7f9fb"/>
                </a:solidFill>
                <a:effectLst/>
                <a:uFill>
                  <a:solidFill>
                    <a:srgbClr val="f7f9fb"/>
                  </a:solidFill>
                </a:uFill>
                <a:latin typeface="Times New Roman"/>
              </a:rPr>
              <a:t>	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2" name="object 25"/>
          <p:cNvGrpSpPr/>
          <p:nvPr/>
        </p:nvGrpSpPr>
        <p:grpSpPr>
          <a:xfrm>
            <a:off x="9103320" y="2314440"/>
            <a:ext cx="1908720" cy="856800"/>
            <a:chOff x="9103320" y="2314440"/>
            <a:chExt cx="1908720" cy="856800"/>
          </a:xfrm>
        </p:grpSpPr>
        <p:pic>
          <p:nvPicPr>
            <p:cNvPr id="183" name="object 26"/>
            <p:cNvPicPr/>
            <p:nvPr/>
          </p:nvPicPr>
          <p:blipFill>
            <a:blip r:embed="rId5"/>
            <a:stretch/>
          </p:blipFill>
          <p:spPr>
            <a:xfrm>
              <a:off x="9103320" y="2314440"/>
              <a:ext cx="1908720" cy="856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4" name="object 27"/>
            <p:cNvSpPr/>
            <p:nvPr/>
          </p:nvSpPr>
          <p:spPr>
            <a:xfrm>
              <a:off x="9143280" y="2331360"/>
              <a:ext cx="1829160" cy="777600"/>
            </a:xfrm>
            <a:custGeom>
              <a:avLst/>
              <a:gdLst>
                <a:gd name="textAreaLeft" fmla="*/ 0 w 1829160"/>
                <a:gd name="textAreaRight" fmla="*/ 1829520 w 182916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1829434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699564" y="777595"/>
                  </a:lnTo>
                  <a:lnTo>
                    <a:pt x="1749072" y="767721"/>
                  </a:lnTo>
                  <a:lnTo>
                    <a:pt x="1791227" y="739660"/>
                  </a:lnTo>
                  <a:lnTo>
                    <a:pt x="1819293" y="697510"/>
                  </a:lnTo>
                  <a:lnTo>
                    <a:pt x="1829168" y="647992"/>
                  </a:lnTo>
                  <a:lnTo>
                    <a:pt x="1829143" y="129590"/>
                  </a:lnTo>
                  <a:lnTo>
                    <a:pt x="1819293" y="80440"/>
                  </a:lnTo>
                  <a:lnTo>
                    <a:pt x="1791227" y="38290"/>
                  </a:lnTo>
                  <a:lnTo>
                    <a:pt x="1749072" y="10230"/>
                  </a:lnTo>
                  <a:lnTo>
                    <a:pt x="169956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0c3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5" name="object 28"/>
          <p:cNvSpPr/>
          <p:nvPr/>
        </p:nvSpPr>
        <p:spPr>
          <a:xfrm>
            <a:off x="9665640" y="2608560"/>
            <a:ext cx="7858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00" b="0" u="none" spc="-11" strike="noStrike">
                <a:solidFill>
                  <a:srgbClr val="f7f9fb"/>
                </a:solidFill>
                <a:effectLst/>
                <a:uFillTx/>
                <a:latin typeface="Arial MT"/>
              </a:rPr>
              <a:t>MongoDB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6" name="object 16"/>
          <p:cNvGrpSpPr/>
          <p:nvPr/>
        </p:nvGrpSpPr>
        <p:grpSpPr>
          <a:xfrm>
            <a:off x="4485960" y="3045960"/>
            <a:ext cx="1954440" cy="856800"/>
            <a:chOff x="4485960" y="3045960"/>
            <a:chExt cx="1954440" cy="856800"/>
          </a:xfrm>
        </p:grpSpPr>
        <p:pic>
          <p:nvPicPr>
            <p:cNvPr id="187" name="object 17"/>
            <p:cNvPicPr/>
            <p:nvPr/>
          </p:nvPicPr>
          <p:blipFill>
            <a:blip r:embed="rId6"/>
            <a:stretch/>
          </p:blipFill>
          <p:spPr>
            <a:xfrm>
              <a:off x="4485960" y="3045960"/>
              <a:ext cx="1954440" cy="856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8" name="object 18"/>
            <p:cNvSpPr/>
            <p:nvPr/>
          </p:nvSpPr>
          <p:spPr>
            <a:xfrm>
              <a:off x="4525920" y="3062880"/>
              <a:ext cx="1874880" cy="777600"/>
            </a:xfrm>
            <a:custGeom>
              <a:avLst/>
              <a:gdLst>
                <a:gd name="textAreaLeft" fmla="*/ 0 w 1874880"/>
                <a:gd name="textAreaRight" fmla="*/ 1875240 w 187488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1875154" h="777875">
                  <a:moveTo>
                    <a:pt x="129959" y="0"/>
                  </a:moveTo>
                  <a:lnTo>
                    <a:pt x="80440" y="9869"/>
                  </a:lnTo>
                  <a:lnTo>
                    <a:pt x="38290" y="37928"/>
                  </a:lnTo>
                  <a:lnTo>
                    <a:pt x="10230" y="80084"/>
                  </a:lnTo>
                  <a:lnTo>
                    <a:pt x="355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72" y="712800"/>
                  </a:lnTo>
                  <a:lnTo>
                    <a:pt x="50636" y="750812"/>
                  </a:lnTo>
                  <a:lnTo>
                    <a:pt x="96116" y="773139"/>
                  </a:lnTo>
                  <a:lnTo>
                    <a:pt x="129590" y="777595"/>
                  </a:lnTo>
                  <a:lnTo>
                    <a:pt x="1745272" y="777595"/>
                  </a:lnTo>
                  <a:lnTo>
                    <a:pt x="1794790" y="767721"/>
                  </a:lnTo>
                  <a:lnTo>
                    <a:pt x="1836940" y="739660"/>
                  </a:lnTo>
                  <a:lnTo>
                    <a:pt x="1865001" y="697510"/>
                  </a:lnTo>
                  <a:lnTo>
                    <a:pt x="1874875" y="647992"/>
                  </a:lnTo>
                  <a:lnTo>
                    <a:pt x="1874850" y="129590"/>
                  </a:lnTo>
                  <a:lnTo>
                    <a:pt x="1865001" y="80440"/>
                  </a:lnTo>
                  <a:lnTo>
                    <a:pt x="1836940" y="38290"/>
                  </a:lnTo>
                  <a:lnTo>
                    <a:pt x="1794790" y="10230"/>
                  </a:lnTo>
                  <a:lnTo>
                    <a:pt x="1745272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6a57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9" name="object 19"/>
          <p:cNvSpPr/>
          <p:nvPr/>
        </p:nvSpPr>
        <p:spPr>
          <a:xfrm>
            <a:off x="4987440" y="3240720"/>
            <a:ext cx="9529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45440" indent="-1332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IN" sz="13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Controllers</a:t>
            </a:r>
            <a:r>
              <a:rPr lang="en-IN" sz="1300" b="0" u="none" spc="221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pc="-51" strike="noStrike">
                <a:solidFill>
                  <a:srgbClr val="f7f9fb"/>
                </a:solidFill>
                <a:effectLst/>
                <a:uFillTx/>
                <a:latin typeface="Arial MT"/>
              </a:rPr>
              <a:t>/ </a:t>
            </a:r>
            <a:r>
              <a:rPr lang="en-IN" sz="1300" b="0" u="none" spc="-11" strike="noStrike">
                <a:solidFill>
                  <a:srgbClr val="f7f9fb"/>
                </a:solidFill>
                <a:effectLst/>
                <a:uFillTx/>
                <a:latin typeface="Arial MT"/>
              </a:rPr>
              <a:t>Services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0" name="object 29"/>
          <p:cNvGrpSpPr/>
          <p:nvPr/>
        </p:nvGrpSpPr>
        <p:grpSpPr>
          <a:xfrm>
            <a:off x="2004840" y="1960920"/>
            <a:ext cx="9007560" cy="2901600"/>
            <a:chOff x="2004840" y="1960920"/>
            <a:chExt cx="9007560" cy="2901600"/>
          </a:xfrm>
        </p:grpSpPr>
        <p:pic>
          <p:nvPicPr>
            <p:cNvPr id="191" name="object 30"/>
            <p:cNvPicPr/>
            <p:nvPr/>
          </p:nvPicPr>
          <p:blipFill>
            <a:blip r:embed="rId7"/>
            <a:stretch/>
          </p:blipFill>
          <p:spPr>
            <a:xfrm>
              <a:off x="2004840" y="2692440"/>
              <a:ext cx="470880" cy="104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2" name="object 31"/>
            <p:cNvSpPr/>
            <p:nvPr/>
          </p:nvSpPr>
          <p:spPr>
            <a:xfrm>
              <a:off x="2057400" y="2724840"/>
              <a:ext cx="365400" cy="360"/>
            </a:xfrm>
            <a:custGeom>
              <a:avLst/>
              <a:gdLst>
                <a:gd name="textAreaLeft" fmla="*/ 0 w 365400"/>
                <a:gd name="textAreaRight" fmla="*/ 365760 w 3654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65760" h="0">
                  <a:moveTo>
                    <a:pt x="0" y="0"/>
                  </a:moveTo>
                  <a:lnTo>
                    <a:pt x="365760" y="0"/>
                  </a:lnTo>
                </a:path>
              </a:pathLst>
            </a:custGeom>
            <a:noFill/>
            <a:ln w="25559">
              <a:solidFill>
                <a:srgbClr val="f7f9f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93" name="object 32"/>
            <p:cNvPicPr/>
            <p:nvPr/>
          </p:nvPicPr>
          <p:blipFill>
            <a:blip r:embed="rId8"/>
            <a:stretch/>
          </p:blipFill>
          <p:spPr>
            <a:xfrm>
              <a:off x="4107960" y="1960920"/>
              <a:ext cx="470880" cy="836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4" name="object 33"/>
            <p:cNvSpPr/>
            <p:nvPr/>
          </p:nvSpPr>
          <p:spPr>
            <a:xfrm>
              <a:off x="4160520" y="1993320"/>
              <a:ext cx="365400" cy="731160"/>
            </a:xfrm>
            <a:custGeom>
              <a:avLst/>
              <a:gdLst>
                <a:gd name="textAreaLeft" fmla="*/ 0 w 365400"/>
                <a:gd name="textAreaRight" fmla="*/ 365760 w 365400"/>
                <a:gd name="textAreaTop" fmla="*/ 0 h 731160"/>
                <a:gd name="textAreaBottom" fmla="*/ 731520 h 731160"/>
              </a:gdLst>
              <a:ahLst/>
              <a:cxnLst/>
              <a:rect l="textAreaLeft" t="textAreaTop" r="textAreaRight" b="textAreaBottom"/>
              <a:pathLst>
                <a:path w="365760" h="731519">
                  <a:moveTo>
                    <a:pt x="0" y="731519"/>
                  </a:moveTo>
                  <a:lnTo>
                    <a:pt x="365759" y="0"/>
                  </a:lnTo>
                </a:path>
              </a:pathLst>
            </a:custGeom>
            <a:noFill/>
            <a:ln w="25559">
              <a:solidFill>
                <a:srgbClr val="f7f9f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95" name="object 34"/>
            <p:cNvPicPr/>
            <p:nvPr/>
          </p:nvPicPr>
          <p:blipFill>
            <a:blip r:embed="rId9"/>
            <a:stretch/>
          </p:blipFill>
          <p:spPr>
            <a:xfrm>
              <a:off x="4107960" y="2692440"/>
              <a:ext cx="470880" cy="836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6" name="object 35"/>
            <p:cNvSpPr/>
            <p:nvPr/>
          </p:nvSpPr>
          <p:spPr>
            <a:xfrm>
              <a:off x="4160520" y="2724840"/>
              <a:ext cx="365400" cy="731160"/>
            </a:xfrm>
            <a:custGeom>
              <a:avLst/>
              <a:gdLst>
                <a:gd name="textAreaLeft" fmla="*/ 0 w 365400"/>
                <a:gd name="textAreaRight" fmla="*/ 365760 w 365400"/>
                <a:gd name="textAreaTop" fmla="*/ 0 h 731160"/>
                <a:gd name="textAreaBottom" fmla="*/ 731520 h 731160"/>
              </a:gdLst>
              <a:ahLst/>
              <a:cxnLst/>
              <a:rect l="textAreaLeft" t="textAreaTop" r="textAreaRight" b="textAreaBottom"/>
              <a:pathLst>
                <a:path w="365760" h="731520">
                  <a:moveTo>
                    <a:pt x="0" y="0"/>
                  </a:moveTo>
                  <a:lnTo>
                    <a:pt x="365759" y="731520"/>
                  </a:lnTo>
                </a:path>
              </a:pathLst>
            </a:custGeom>
            <a:noFill/>
            <a:ln w="25559">
              <a:solidFill>
                <a:srgbClr val="f7f9f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97" name="object 36"/>
            <p:cNvPicPr/>
            <p:nvPr/>
          </p:nvPicPr>
          <p:blipFill>
            <a:blip r:embed="rId10"/>
            <a:stretch/>
          </p:blipFill>
          <p:spPr>
            <a:xfrm>
              <a:off x="6348240" y="2692440"/>
              <a:ext cx="608040" cy="836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8" name="object 37"/>
            <p:cNvSpPr/>
            <p:nvPr/>
          </p:nvSpPr>
          <p:spPr>
            <a:xfrm>
              <a:off x="6400800" y="2724840"/>
              <a:ext cx="502560" cy="731160"/>
            </a:xfrm>
            <a:custGeom>
              <a:avLst/>
              <a:gdLst>
                <a:gd name="textAreaLeft" fmla="*/ 0 w 502560"/>
                <a:gd name="textAreaRight" fmla="*/ 502920 w 502560"/>
                <a:gd name="textAreaTop" fmla="*/ 0 h 731160"/>
                <a:gd name="textAreaBottom" fmla="*/ 731520 h 731160"/>
              </a:gdLst>
              <a:ahLst/>
              <a:cxnLst/>
              <a:rect l="textAreaLeft" t="textAreaTop" r="textAreaRight" b="textAreaBottom"/>
              <a:pathLst>
                <a:path w="502920" h="731520">
                  <a:moveTo>
                    <a:pt x="0" y="731520"/>
                  </a:moveTo>
                  <a:lnTo>
                    <a:pt x="502920" y="0"/>
                  </a:lnTo>
                </a:path>
              </a:pathLst>
            </a:custGeom>
            <a:noFill/>
            <a:ln w="25559">
              <a:solidFill>
                <a:srgbClr val="f7f9f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99" name="object 38"/>
            <p:cNvPicPr/>
            <p:nvPr/>
          </p:nvPicPr>
          <p:blipFill>
            <a:blip r:embed="rId11"/>
            <a:stretch/>
          </p:blipFill>
          <p:spPr>
            <a:xfrm>
              <a:off x="8679960" y="2692440"/>
              <a:ext cx="516600" cy="104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0" name="object 39"/>
            <p:cNvPicPr/>
            <p:nvPr/>
          </p:nvPicPr>
          <p:blipFill>
            <a:blip r:embed="rId12"/>
            <a:stretch/>
          </p:blipFill>
          <p:spPr>
            <a:xfrm>
              <a:off x="6863760" y="3960360"/>
              <a:ext cx="4148640" cy="902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01" name="object 40"/>
            <p:cNvSpPr/>
            <p:nvPr/>
          </p:nvSpPr>
          <p:spPr>
            <a:xfrm>
              <a:off x="6903720" y="3977280"/>
              <a:ext cx="4068720" cy="822600"/>
            </a:xfrm>
            <a:custGeom>
              <a:avLst/>
              <a:gdLst>
                <a:gd name="textAreaLeft" fmla="*/ 0 w 4068720"/>
                <a:gd name="textAreaRight" fmla="*/ 4069080 w 4068720"/>
                <a:gd name="textAreaTop" fmla="*/ 0 h 822600"/>
                <a:gd name="textAreaBottom" fmla="*/ 822960 h 822600"/>
              </a:gdLst>
              <a:ahLst/>
              <a:cxnLst/>
              <a:rect l="textAreaLeft" t="textAreaTop" r="textAreaRight" b="textAreaBottom"/>
              <a:pathLst>
                <a:path w="4069079" h="822960">
                  <a:moveTo>
                    <a:pt x="3931564" y="0"/>
                  </a:moveTo>
                  <a:lnTo>
                    <a:pt x="137159" y="0"/>
                  </a:lnTo>
                  <a:lnTo>
                    <a:pt x="119183" y="1197"/>
                  </a:lnTo>
                  <a:lnTo>
                    <a:pt x="68757" y="18351"/>
                  </a:lnTo>
                  <a:lnTo>
                    <a:pt x="28311" y="53589"/>
                  </a:lnTo>
                  <a:lnTo>
                    <a:pt x="4715" y="101606"/>
                  </a:lnTo>
                  <a:lnTo>
                    <a:pt x="0" y="137159"/>
                  </a:lnTo>
                  <a:lnTo>
                    <a:pt x="0" y="685799"/>
                  </a:lnTo>
                  <a:lnTo>
                    <a:pt x="1173" y="703418"/>
                  </a:lnTo>
                  <a:lnTo>
                    <a:pt x="1197" y="703776"/>
                  </a:lnTo>
                  <a:lnTo>
                    <a:pt x="4660" y="721029"/>
                  </a:lnTo>
                  <a:lnTo>
                    <a:pt x="4724" y="721347"/>
                  </a:lnTo>
                  <a:lnTo>
                    <a:pt x="10407" y="738031"/>
                  </a:lnTo>
                  <a:lnTo>
                    <a:pt x="40139" y="782774"/>
                  </a:lnTo>
                  <a:lnTo>
                    <a:pt x="84562" y="812474"/>
                  </a:lnTo>
                  <a:lnTo>
                    <a:pt x="137159" y="822959"/>
                  </a:lnTo>
                  <a:lnTo>
                    <a:pt x="3931920" y="822591"/>
                  </a:lnTo>
                  <a:lnTo>
                    <a:pt x="3984367" y="812117"/>
                  </a:lnTo>
                  <a:lnTo>
                    <a:pt x="4028895" y="782453"/>
                  </a:lnTo>
                  <a:lnTo>
                    <a:pt x="4058497" y="738242"/>
                  </a:lnTo>
                  <a:lnTo>
                    <a:pt x="4064248" y="721347"/>
                  </a:lnTo>
                  <a:lnTo>
                    <a:pt x="4064355" y="721029"/>
                  </a:lnTo>
                  <a:lnTo>
                    <a:pt x="4067810" y="703776"/>
                  </a:lnTo>
                  <a:lnTo>
                    <a:pt x="4067882" y="703418"/>
                  </a:lnTo>
                  <a:lnTo>
                    <a:pt x="4069055" y="685799"/>
                  </a:lnTo>
                  <a:lnTo>
                    <a:pt x="4068724" y="137159"/>
                  </a:lnTo>
                  <a:lnTo>
                    <a:pt x="4058239" y="84710"/>
                  </a:lnTo>
                  <a:lnTo>
                    <a:pt x="4028584" y="40182"/>
                  </a:lnTo>
                  <a:lnTo>
                    <a:pt x="3984162" y="10474"/>
                  </a:lnTo>
                  <a:lnTo>
                    <a:pt x="3949546" y="1197"/>
                  </a:lnTo>
                  <a:lnTo>
                    <a:pt x="3931564" y="0"/>
                  </a:lnTo>
                  <a:close/>
                </a:path>
              </a:pathLst>
            </a:custGeom>
            <a:solidFill>
              <a:srgbClr val="f199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2" name="object 42"/>
          <p:cNvGrpSpPr/>
          <p:nvPr/>
        </p:nvGrpSpPr>
        <p:grpSpPr>
          <a:xfrm>
            <a:off x="6329880" y="3423960"/>
            <a:ext cx="626400" cy="1037520"/>
            <a:chOff x="6329880" y="3423960"/>
            <a:chExt cx="626400" cy="1037520"/>
          </a:xfrm>
        </p:grpSpPr>
        <p:pic>
          <p:nvPicPr>
            <p:cNvPr id="203" name="object 43"/>
            <p:cNvPicPr/>
            <p:nvPr/>
          </p:nvPicPr>
          <p:blipFill>
            <a:blip r:embed="rId13"/>
            <a:stretch/>
          </p:blipFill>
          <p:spPr>
            <a:xfrm>
              <a:off x="6329880" y="3423960"/>
              <a:ext cx="626400" cy="1037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04" name="object 44"/>
            <p:cNvSpPr/>
            <p:nvPr/>
          </p:nvSpPr>
          <p:spPr>
            <a:xfrm>
              <a:off x="6382440" y="3456360"/>
              <a:ext cx="520920" cy="932400"/>
            </a:xfrm>
            <a:custGeom>
              <a:avLst/>
              <a:gdLst>
                <a:gd name="textAreaLeft" fmla="*/ 0 w 520920"/>
                <a:gd name="textAreaRight" fmla="*/ 521280 w 520920"/>
                <a:gd name="textAreaTop" fmla="*/ 0 h 932400"/>
                <a:gd name="textAreaBottom" fmla="*/ 932760 h 932400"/>
              </a:gdLst>
              <a:ahLst/>
              <a:cxnLst/>
              <a:rect l="textAreaLeft" t="textAreaTop" r="textAreaRight" b="textAreaBottom"/>
              <a:pathLst>
                <a:path w="521334" h="932814">
                  <a:moveTo>
                    <a:pt x="0" y="0"/>
                  </a:moveTo>
                  <a:lnTo>
                    <a:pt x="521284" y="932764"/>
                  </a:lnTo>
                </a:path>
              </a:pathLst>
            </a:custGeom>
            <a:noFill/>
            <a:ln w="25559">
              <a:solidFill>
                <a:srgbClr val="f7f9f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5" name="object 41"/>
          <p:cNvSpPr/>
          <p:nvPr/>
        </p:nvSpPr>
        <p:spPr>
          <a:xfrm>
            <a:off x="7389720" y="4269240"/>
            <a:ext cx="309132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400" b="1" u="none" strike="noStrike">
                <a:solidFill>
                  <a:srgbClr val="f7f9fb"/>
                </a:solidFill>
                <a:effectLst/>
                <a:uFillTx/>
                <a:latin typeface="Arial"/>
              </a:rPr>
              <a:t>AI</a:t>
            </a:r>
            <a:r>
              <a:rPr lang="en-IN" sz="1400" b="1" u="none" spc="-31" strike="noStrike">
                <a:solidFill>
                  <a:srgbClr val="f7f9fb"/>
                </a:solidFill>
                <a:effectLst/>
                <a:uFillTx/>
                <a:latin typeface="Arial"/>
              </a:rPr>
              <a:t> </a:t>
            </a:r>
            <a:r>
              <a:rPr lang="en-IN" sz="1400" b="1" u="none" spc="-54" strike="noStrike">
                <a:solidFill>
                  <a:srgbClr val="f7f9fb"/>
                </a:solidFill>
                <a:effectLst/>
                <a:uFillTx/>
                <a:latin typeface="Arial"/>
              </a:rPr>
              <a:t>Flow</a:t>
            </a:r>
            <a:r>
              <a:rPr lang="en-IN" sz="1400" b="1" u="none" spc="-26" strike="noStrike">
                <a:solidFill>
                  <a:srgbClr val="f7f9fb"/>
                </a:solidFill>
                <a:effectLst/>
                <a:uFillTx/>
                <a:latin typeface="Arial"/>
              </a:rPr>
              <a:t> </a:t>
            </a:r>
            <a:r>
              <a:rPr lang="en-IN" sz="1400" b="1" u="none" strike="noStrike">
                <a:solidFill>
                  <a:srgbClr val="f7f9fb"/>
                </a:solidFill>
                <a:effectLst/>
                <a:uFillTx/>
                <a:latin typeface="Arial"/>
              </a:rPr>
              <a:t>→</a:t>
            </a:r>
            <a:r>
              <a:rPr lang="en-IN" sz="1400" b="1" u="none" spc="-26" strike="noStrike">
                <a:solidFill>
                  <a:srgbClr val="f7f9fb"/>
                </a:solidFill>
                <a:effectLst/>
                <a:uFillTx/>
                <a:latin typeface="Arial"/>
              </a:rPr>
              <a:t> </a:t>
            </a:r>
            <a:r>
              <a:rPr lang="en-IN" sz="1400" b="1" u="none" spc="-31" strike="noStrike">
                <a:solidFill>
                  <a:srgbClr val="f7f9fb"/>
                </a:solidFill>
                <a:effectLst/>
                <a:uFillTx/>
                <a:latin typeface="Arial"/>
              </a:rPr>
              <a:t>Generate</a:t>
            </a:r>
            <a:r>
              <a:rPr lang="en-IN" sz="1400" b="1" u="none" spc="-26" strike="noStrike">
                <a:solidFill>
                  <a:srgbClr val="f7f9fb"/>
                </a:solidFill>
                <a:effectLst/>
                <a:uFillTx/>
                <a:latin typeface="Arial"/>
              </a:rPr>
              <a:t> </a:t>
            </a:r>
            <a:r>
              <a:rPr lang="en-IN" sz="1400" b="1" u="none" spc="-74" strike="noStrike">
                <a:solidFill>
                  <a:srgbClr val="f7f9fb"/>
                </a:solidFill>
                <a:effectLst/>
                <a:uFillTx/>
                <a:latin typeface="Arial"/>
              </a:rPr>
              <a:t>Blog</a:t>
            </a:r>
            <a:r>
              <a:rPr lang="en-IN" sz="1400" b="1" u="none" spc="-26" strike="noStrike">
                <a:solidFill>
                  <a:srgbClr val="f7f9fb"/>
                </a:solidFill>
                <a:effectLst/>
                <a:uFillTx/>
                <a:latin typeface="Arial"/>
              </a:rPr>
              <a:t> </a:t>
            </a:r>
            <a:r>
              <a:rPr lang="en-IN" sz="1400" b="1" u="none" strike="noStrike">
                <a:solidFill>
                  <a:srgbClr val="f7f9fb"/>
                </a:solidFill>
                <a:effectLst/>
                <a:uFillTx/>
                <a:latin typeface="Arial"/>
              </a:rPr>
              <a:t>/</a:t>
            </a:r>
            <a:r>
              <a:rPr lang="en-IN" sz="1400" b="1" u="none" spc="-31" strike="noStrike">
                <a:solidFill>
                  <a:srgbClr val="f7f9fb"/>
                </a:solidFill>
                <a:effectLst/>
                <a:uFillTx/>
                <a:latin typeface="Arial"/>
              </a:rPr>
              <a:t> Summarize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ftr" idx="18"/>
          </p:nvPr>
        </p:nvSpPr>
        <p:spPr>
          <a:xfrm>
            <a:off x="735840" y="6512400"/>
            <a:ext cx="3336480" cy="160200"/>
          </a:xfrm>
          <a:prstGeom prst="rect">
            <a:avLst/>
          </a:prstGeom>
          <a:noFill/>
          <a:ln w="0">
            <a:noFill/>
          </a:ln>
        </p:spPr>
        <p:txBody>
          <a:bodyPr lIns="0" rIns="0" tIns="5760" bIns="0" anchor="t">
            <a:spAutoFit/>
          </a:bodyPr>
          <a:lstStyle>
            <a:lvl1pPr marL="1260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12600" indent="0">
              <a:lnSpc>
                <a:spcPct val="100000"/>
              </a:lnSpc>
              <a:spcBef>
                <a:spcPts val="45"/>
              </a:spcBef>
              <a:buNone/>
            </a:pP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ContentGen</a:t>
            </a:r>
            <a:r>
              <a:rPr lang="en-IN" sz="850" b="0" u="none" spc="34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/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BlogNest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•</a:t>
            </a:r>
            <a:r>
              <a:rPr lang="en-IN" sz="850" b="0" u="none" spc="45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AI-Powered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Content</a:t>
            </a:r>
            <a:r>
              <a:rPr lang="en-IN" sz="850" b="0" u="none" spc="34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Management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pc="-11" strike="noStrike">
                <a:solidFill>
                  <a:srgbClr val="e7eef7"/>
                </a:solidFill>
                <a:effectLst/>
                <a:uFillTx/>
                <a:latin typeface="Arial MT"/>
              </a:rPr>
              <a:t>System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9"/>
          </p:nvPr>
        </p:nvSpPr>
        <p:spPr>
          <a:xfrm>
            <a:off x="5128560" y="6512400"/>
            <a:ext cx="339840" cy="160200"/>
          </a:xfrm>
          <a:prstGeom prst="rect">
            <a:avLst/>
          </a:prstGeom>
          <a:noFill/>
          <a:ln w="0">
            <a:noFill/>
          </a:ln>
        </p:spPr>
        <p:txBody>
          <a:bodyPr lIns="0" rIns="0" tIns="5760" bIns="0" anchor="t">
            <a:spAutoFit/>
          </a:bodyPr>
          <a:lstStyle>
            <a:lvl1pPr marL="6336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63360" indent="0">
              <a:lnSpc>
                <a:spcPct val="100000"/>
              </a:lnSpc>
              <a:spcBef>
                <a:spcPts val="45"/>
              </a:spcBef>
              <a:buNone/>
            </a:pPr>
            <a:fld id="{4CBA8308-509C-4349-B29C-ABA3C845197A}" type="slidenum"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&lt;number&gt;</a:t>
            </a:fld>
            <a:r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/7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17120" y="443520"/>
            <a:ext cx="41544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IN" sz="29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User</a:t>
            </a:r>
            <a:r>
              <a:rPr lang="en-IN" sz="2900" b="0" u="none" spc="60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900" b="0" u="none" spc="74" strike="noStrike">
                <a:solidFill>
                  <a:srgbClr val="f7f9fb"/>
                </a:solidFill>
                <a:effectLst/>
                <a:uFillTx/>
                <a:latin typeface="Arial MT"/>
              </a:rPr>
              <a:t>&amp;</a:t>
            </a:r>
            <a:r>
              <a:rPr lang="en-IN" sz="2900" b="0" u="none" spc="60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9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API</a:t>
            </a:r>
            <a:r>
              <a:rPr lang="en-IN" sz="2900" b="0" u="none" spc="60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900" b="0" u="none" spc="-20" strike="noStrike">
                <a:solidFill>
                  <a:srgbClr val="f7f9fb"/>
                </a:solidFill>
                <a:effectLst/>
                <a:uFillTx/>
                <a:latin typeface="Arial MT"/>
              </a:rPr>
              <a:t>Flow</a:t>
            </a:r>
            <a:endParaRPr lang="en-IN" sz="2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9" name="object 6"/>
          <p:cNvSpPr/>
          <p:nvPr/>
        </p:nvSpPr>
        <p:spPr>
          <a:xfrm>
            <a:off x="735840" y="1056600"/>
            <a:ext cx="27079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From</a:t>
            </a:r>
            <a:r>
              <a:rPr lang="en-IN" sz="130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request</a:t>
            </a:r>
            <a:r>
              <a:rPr lang="en-IN" sz="1300" b="0" u="none" spc="51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to</a:t>
            </a:r>
            <a:r>
              <a:rPr lang="en-IN" sz="1300" b="0" u="none" spc="51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database</a:t>
            </a:r>
            <a:r>
              <a:rPr lang="en-IN" sz="1300" b="0" u="none" spc="51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pc="-11" strike="noStrike">
                <a:solidFill>
                  <a:srgbClr val="e7eef7"/>
                </a:solidFill>
                <a:effectLst/>
                <a:uFillTx/>
                <a:latin typeface="Arial MT"/>
              </a:rPr>
              <a:t>response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0" name="object 2"/>
          <p:cNvGrpSpPr/>
          <p:nvPr/>
        </p:nvGrpSpPr>
        <p:grpSpPr>
          <a:xfrm>
            <a:off x="599760" y="1491480"/>
            <a:ext cx="536760" cy="536400"/>
            <a:chOff x="599760" y="1491480"/>
            <a:chExt cx="536760" cy="536400"/>
          </a:xfrm>
        </p:grpSpPr>
        <p:pic>
          <p:nvPicPr>
            <p:cNvPr id="211" name="object 3"/>
            <p:cNvPicPr/>
            <p:nvPr/>
          </p:nvPicPr>
          <p:blipFill>
            <a:blip r:embed="rId1"/>
            <a:stretch/>
          </p:blipFill>
          <p:spPr>
            <a:xfrm>
              <a:off x="599760" y="1491480"/>
              <a:ext cx="536760" cy="536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12" name="object 4"/>
            <p:cNvSpPr/>
            <p:nvPr/>
          </p:nvSpPr>
          <p:spPr>
            <a:xfrm>
              <a:off x="639720" y="1508400"/>
              <a:ext cx="456840" cy="45684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173d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3" name="object 7"/>
          <p:cNvSpPr/>
          <p:nvPr/>
        </p:nvSpPr>
        <p:spPr>
          <a:xfrm>
            <a:off x="813240" y="1632960"/>
            <a:ext cx="11016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200" b="1" u="none" spc="-51" strike="noStrike">
                <a:solidFill>
                  <a:srgbClr val="f7f9fb"/>
                </a:solidFill>
                <a:effectLst/>
                <a:uFillTx/>
                <a:latin typeface="Arial"/>
              </a:rPr>
              <a:t>1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object 8"/>
          <p:cNvSpPr/>
          <p:nvPr/>
        </p:nvSpPr>
        <p:spPr>
          <a:xfrm>
            <a:off x="1357200" y="1522800"/>
            <a:ext cx="1071360" cy="4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500" b="1" u="none" spc="-34" strike="noStrike">
                <a:solidFill>
                  <a:srgbClr val="f7f9fb"/>
                </a:solidFill>
                <a:effectLst/>
                <a:uFillTx/>
                <a:latin typeface="Arial"/>
              </a:rPr>
              <a:t>User </a:t>
            </a:r>
            <a:r>
              <a:rPr lang="en-IN" sz="1500" b="1" u="none" strike="noStrike">
                <a:solidFill>
                  <a:srgbClr val="f7f9fb"/>
                </a:solidFill>
                <a:effectLst/>
                <a:uFillTx/>
                <a:latin typeface="Arial"/>
              </a:rPr>
              <a:t>/</a:t>
            </a:r>
            <a:r>
              <a:rPr lang="en-IN" sz="1500" b="1" u="none" spc="-34" strike="noStrike">
                <a:solidFill>
                  <a:srgbClr val="f7f9fb"/>
                </a:solidFill>
                <a:effectLst/>
                <a:uFillTx/>
                <a:latin typeface="Arial"/>
              </a:rPr>
              <a:t> </a:t>
            </a:r>
            <a:r>
              <a:rPr lang="en-IN" sz="1500" b="1" u="none" spc="-51" strike="noStrike">
                <a:solidFill>
                  <a:srgbClr val="f7f9fb"/>
                </a:solidFill>
                <a:effectLst/>
                <a:uFillTx/>
                <a:latin typeface="Arial"/>
              </a:rPr>
              <a:t>Client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object 9"/>
          <p:cNvSpPr/>
          <p:nvPr/>
        </p:nvSpPr>
        <p:spPr>
          <a:xfrm>
            <a:off x="3963240" y="1522800"/>
            <a:ext cx="14392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50" b="0" u="none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Sends</a:t>
            </a:r>
            <a:r>
              <a:rPr lang="en-IN" sz="1350" b="0" u="none" spc="-85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350" b="0" u="none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API</a:t>
            </a:r>
            <a:r>
              <a:rPr lang="en-IN" sz="1350" b="0" u="none" spc="-6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350" b="0" u="none" spc="-11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request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6" name="object 10"/>
          <p:cNvGrpSpPr/>
          <p:nvPr/>
        </p:nvGrpSpPr>
        <p:grpSpPr>
          <a:xfrm>
            <a:off x="599760" y="1936800"/>
            <a:ext cx="536760" cy="749520"/>
            <a:chOff x="599760" y="1936800"/>
            <a:chExt cx="536760" cy="749520"/>
          </a:xfrm>
        </p:grpSpPr>
        <p:pic>
          <p:nvPicPr>
            <p:cNvPr id="217" name="object 11"/>
            <p:cNvPicPr/>
            <p:nvPr/>
          </p:nvPicPr>
          <p:blipFill>
            <a:blip r:embed="rId2"/>
            <a:stretch/>
          </p:blipFill>
          <p:spPr>
            <a:xfrm>
              <a:off x="819360" y="1936800"/>
              <a:ext cx="98640" cy="299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18" name="object 12"/>
            <p:cNvSpPr/>
            <p:nvPr/>
          </p:nvSpPr>
          <p:spPr>
            <a:xfrm>
              <a:off x="868680" y="1965960"/>
              <a:ext cx="360" cy="2008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00880"/>
                <a:gd name="textAreaBottom" fmla="*/ 201240 h 200880"/>
              </a:gdLst>
              <a:ahLst/>
              <a:cxnLst/>
              <a:rect l="textAreaLeft" t="textAreaTop" r="textAreaRight" b="textAreaBottom"/>
              <a:pathLst>
                <a:path w="0" h="201294">
                  <a:moveTo>
                    <a:pt x="0" y="0"/>
                  </a:moveTo>
                  <a:lnTo>
                    <a:pt x="0" y="200875"/>
                  </a:lnTo>
                </a:path>
              </a:pathLst>
            </a:custGeom>
            <a:noFill/>
            <a:ln w="19079">
              <a:solidFill>
                <a:srgbClr val="30c3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19" name="object 13"/>
            <p:cNvPicPr/>
            <p:nvPr/>
          </p:nvPicPr>
          <p:blipFill>
            <a:blip r:embed="rId3"/>
            <a:stretch/>
          </p:blipFill>
          <p:spPr>
            <a:xfrm>
              <a:off x="599760" y="2149920"/>
              <a:ext cx="536760" cy="536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20" name="object 14"/>
            <p:cNvSpPr/>
            <p:nvPr/>
          </p:nvSpPr>
          <p:spPr>
            <a:xfrm>
              <a:off x="639720" y="2166840"/>
              <a:ext cx="456840" cy="45684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457200" h="457200">
                  <a:moveTo>
                    <a:pt x="228600" y="0"/>
                  </a:moveTo>
                  <a:lnTo>
                    <a:pt x="169464" y="7740"/>
                  </a:lnTo>
                  <a:lnTo>
                    <a:pt x="114109" y="30606"/>
                  </a:lnTo>
                  <a:lnTo>
                    <a:pt x="66955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0c3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1" name="object 15"/>
          <p:cNvSpPr/>
          <p:nvPr/>
        </p:nvSpPr>
        <p:spPr>
          <a:xfrm>
            <a:off x="813240" y="2291400"/>
            <a:ext cx="11016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200" b="1" u="none" spc="-51" strike="noStrike">
                <a:solidFill>
                  <a:srgbClr val="f7f9fb"/>
                </a:solidFill>
                <a:effectLst/>
                <a:uFillTx/>
                <a:latin typeface="Arial"/>
              </a:rPr>
              <a:t>2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object 16"/>
          <p:cNvSpPr/>
          <p:nvPr/>
        </p:nvSpPr>
        <p:spPr>
          <a:xfrm>
            <a:off x="1357560" y="2181240"/>
            <a:ext cx="123156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500" b="1" u="none" spc="-74" strike="noStrike">
                <a:solidFill>
                  <a:srgbClr val="f7f9fb"/>
                </a:solidFill>
                <a:effectLst/>
                <a:uFillTx/>
                <a:latin typeface="Arial"/>
              </a:rPr>
              <a:t>Authentication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object 17"/>
          <p:cNvSpPr/>
          <p:nvPr/>
        </p:nvSpPr>
        <p:spPr>
          <a:xfrm>
            <a:off x="3963240" y="2181240"/>
            <a:ext cx="17384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50" b="0" u="none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JWT</a:t>
            </a:r>
            <a:r>
              <a:rPr lang="en-IN" sz="1350" b="0" u="none" spc="-45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350" b="0" u="none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token</a:t>
            </a:r>
            <a:r>
              <a:rPr lang="en-IN" sz="1350" b="0" u="none" spc="-20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350" b="0" u="none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is</a:t>
            </a:r>
            <a:r>
              <a:rPr lang="en-IN" sz="1350" b="0" u="none" spc="-14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350" b="0" u="none" spc="-11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validated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4" name="object 18"/>
          <p:cNvGrpSpPr/>
          <p:nvPr/>
        </p:nvGrpSpPr>
        <p:grpSpPr>
          <a:xfrm>
            <a:off x="599760" y="2594880"/>
            <a:ext cx="536760" cy="749880"/>
            <a:chOff x="599760" y="2594880"/>
            <a:chExt cx="536760" cy="749880"/>
          </a:xfrm>
        </p:grpSpPr>
        <p:pic>
          <p:nvPicPr>
            <p:cNvPr id="225" name="object 19"/>
            <p:cNvPicPr/>
            <p:nvPr/>
          </p:nvPicPr>
          <p:blipFill>
            <a:blip r:embed="rId4"/>
            <a:stretch/>
          </p:blipFill>
          <p:spPr>
            <a:xfrm>
              <a:off x="819360" y="2594880"/>
              <a:ext cx="98640" cy="299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26" name="object 20"/>
            <p:cNvSpPr/>
            <p:nvPr/>
          </p:nvSpPr>
          <p:spPr>
            <a:xfrm>
              <a:off x="868680" y="2624040"/>
              <a:ext cx="360" cy="2008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00880"/>
                <a:gd name="textAreaBottom" fmla="*/ 201240 h 200880"/>
              </a:gdLst>
              <a:ahLst/>
              <a:cxnLst/>
              <a:rect l="textAreaLeft" t="textAreaTop" r="textAreaRight" b="textAreaBottom"/>
              <a:pathLst>
                <a:path w="0" h="201294">
                  <a:moveTo>
                    <a:pt x="0" y="0"/>
                  </a:moveTo>
                  <a:lnTo>
                    <a:pt x="0" y="201244"/>
                  </a:lnTo>
                </a:path>
              </a:pathLst>
            </a:custGeom>
            <a:noFill/>
            <a:ln w="19079">
              <a:solidFill>
                <a:srgbClr val="30c3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27" name="object 21"/>
            <p:cNvPicPr/>
            <p:nvPr/>
          </p:nvPicPr>
          <p:blipFill>
            <a:blip r:embed="rId5"/>
            <a:stretch/>
          </p:blipFill>
          <p:spPr>
            <a:xfrm>
              <a:off x="599760" y="2808360"/>
              <a:ext cx="536760" cy="536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28" name="object 22"/>
            <p:cNvSpPr/>
            <p:nvPr/>
          </p:nvSpPr>
          <p:spPr>
            <a:xfrm>
              <a:off x="639720" y="2825280"/>
              <a:ext cx="456840" cy="45684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6"/>
                  </a:lnTo>
                  <a:lnTo>
                    <a:pt x="30594" y="114477"/>
                  </a:lnTo>
                  <a:lnTo>
                    <a:pt x="7739" y="169514"/>
                  </a:lnTo>
                  <a:lnTo>
                    <a:pt x="0" y="228600"/>
                  </a:lnTo>
                  <a:lnTo>
                    <a:pt x="1946" y="258433"/>
                  </a:lnTo>
                  <a:lnTo>
                    <a:pt x="17311" y="316080"/>
                  </a:lnTo>
                  <a:lnTo>
                    <a:pt x="47297" y="367871"/>
                  </a:lnTo>
                  <a:lnTo>
                    <a:pt x="89473" y="409905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5"/>
                  </a:lnTo>
                  <a:lnTo>
                    <a:pt x="409900" y="367871"/>
                  </a:lnTo>
                  <a:lnTo>
                    <a:pt x="439883" y="316080"/>
                  </a:lnTo>
                  <a:lnTo>
                    <a:pt x="455253" y="258433"/>
                  </a:lnTo>
                  <a:lnTo>
                    <a:pt x="457200" y="228600"/>
                  </a:lnTo>
                  <a:lnTo>
                    <a:pt x="455253" y="198772"/>
                  </a:lnTo>
                  <a:lnTo>
                    <a:pt x="439883" y="141269"/>
                  </a:lnTo>
                  <a:lnTo>
                    <a:pt x="409900" y="89478"/>
                  </a:lnTo>
                  <a:lnTo>
                    <a:pt x="367871" y="47299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199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9" name="object 23"/>
          <p:cNvSpPr/>
          <p:nvPr/>
        </p:nvSpPr>
        <p:spPr>
          <a:xfrm>
            <a:off x="813240" y="2949840"/>
            <a:ext cx="11016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200" b="1" u="none" spc="-51" strike="noStrike">
                <a:solidFill>
                  <a:srgbClr val="f7f9fb"/>
                </a:solidFill>
                <a:effectLst/>
                <a:uFillTx/>
                <a:latin typeface="Arial"/>
              </a:rPr>
              <a:t>3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object 24"/>
          <p:cNvSpPr/>
          <p:nvPr/>
        </p:nvSpPr>
        <p:spPr>
          <a:xfrm>
            <a:off x="1357200" y="2839680"/>
            <a:ext cx="113616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500" b="1" u="none" spc="-74" strike="noStrike">
                <a:solidFill>
                  <a:srgbClr val="f7f9fb"/>
                </a:solidFill>
                <a:effectLst/>
                <a:uFillTx/>
                <a:latin typeface="Arial"/>
              </a:rPr>
              <a:t>Authorization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object 25"/>
          <p:cNvSpPr/>
          <p:nvPr/>
        </p:nvSpPr>
        <p:spPr>
          <a:xfrm>
            <a:off x="3963240" y="2839680"/>
            <a:ext cx="23104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50" b="0" u="none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Role</a:t>
            </a:r>
            <a:r>
              <a:rPr lang="en-IN" sz="1350" b="0" u="none" spc="-14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350" b="0" u="none" spc="-11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permissions </a:t>
            </a:r>
            <a:r>
              <a:rPr lang="en-IN" sz="1350" b="0" u="none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are</a:t>
            </a:r>
            <a:r>
              <a:rPr lang="en-IN" sz="1350" b="0" u="none" spc="-20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350" b="0" u="none" spc="-11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checked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2" name="object 26"/>
          <p:cNvGrpSpPr/>
          <p:nvPr/>
        </p:nvGrpSpPr>
        <p:grpSpPr>
          <a:xfrm>
            <a:off x="599760" y="3253320"/>
            <a:ext cx="536760" cy="749520"/>
            <a:chOff x="599760" y="3253320"/>
            <a:chExt cx="536760" cy="749520"/>
          </a:xfrm>
        </p:grpSpPr>
        <p:pic>
          <p:nvPicPr>
            <p:cNvPr id="233" name="object 27"/>
            <p:cNvPicPr/>
            <p:nvPr/>
          </p:nvPicPr>
          <p:blipFill>
            <a:blip r:embed="rId6"/>
            <a:stretch/>
          </p:blipFill>
          <p:spPr>
            <a:xfrm>
              <a:off x="819360" y="3253320"/>
              <a:ext cx="98640" cy="299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34" name="object 28"/>
            <p:cNvSpPr/>
            <p:nvPr/>
          </p:nvSpPr>
          <p:spPr>
            <a:xfrm>
              <a:off x="868680" y="3282480"/>
              <a:ext cx="360" cy="2008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00880"/>
                <a:gd name="textAreaBottom" fmla="*/ 201240 h 200880"/>
              </a:gdLst>
              <a:ahLst/>
              <a:cxnLst/>
              <a:rect l="textAreaLeft" t="textAreaTop" r="textAreaRight" b="textAreaBottom"/>
              <a:pathLst>
                <a:path w="0" h="201295">
                  <a:moveTo>
                    <a:pt x="0" y="0"/>
                  </a:moveTo>
                  <a:lnTo>
                    <a:pt x="0" y="201244"/>
                  </a:lnTo>
                </a:path>
              </a:pathLst>
            </a:custGeom>
            <a:noFill/>
            <a:ln w="19079">
              <a:solidFill>
                <a:srgbClr val="30c3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35" name="object 29"/>
            <p:cNvPicPr/>
            <p:nvPr/>
          </p:nvPicPr>
          <p:blipFill>
            <a:blip r:embed="rId7"/>
            <a:stretch/>
          </p:blipFill>
          <p:spPr>
            <a:xfrm>
              <a:off x="599760" y="3466440"/>
              <a:ext cx="536760" cy="536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36" name="object 30"/>
            <p:cNvSpPr/>
            <p:nvPr/>
          </p:nvSpPr>
          <p:spPr>
            <a:xfrm>
              <a:off x="639720" y="3483360"/>
              <a:ext cx="456840" cy="45684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457200" h="457200">
                  <a:moveTo>
                    <a:pt x="228600" y="0"/>
                  </a:moveTo>
                  <a:lnTo>
                    <a:pt x="169464" y="7740"/>
                  </a:lnTo>
                  <a:lnTo>
                    <a:pt x="114109" y="30607"/>
                  </a:lnTo>
                  <a:lnTo>
                    <a:pt x="66955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6a57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7" name="object 31"/>
          <p:cNvSpPr/>
          <p:nvPr/>
        </p:nvSpPr>
        <p:spPr>
          <a:xfrm>
            <a:off x="813240" y="3607920"/>
            <a:ext cx="11016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200" b="1" u="none" spc="-51" strike="noStrike">
                <a:solidFill>
                  <a:srgbClr val="f7f9fb"/>
                </a:solidFill>
                <a:effectLst/>
                <a:uFillTx/>
                <a:latin typeface="Arial"/>
              </a:rPr>
              <a:t>4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object 32"/>
          <p:cNvSpPr/>
          <p:nvPr/>
        </p:nvSpPr>
        <p:spPr>
          <a:xfrm>
            <a:off x="1357560" y="3498120"/>
            <a:ext cx="85068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500" b="1" u="none" spc="-71" strike="noStrike">
                <a:solidFill>
                  <a:srgbClr val="f7f9fb"/>
                </a:solidFill>
                <a:effectLst/>
                <a:uFillTx/>
                <a:latin typeface="Arial"/>
              </a:rPr>
              <a:t>Controller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object 33"/>
          <p:cNvSpPr/>
          <p:nvPr/>
        </p:nvSpPr>
        <p:spPr>
          <a:xfrm>
            <a:off x="3963240" y="3498120"/>
            <a:ext cx="20264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50" b="0" u="none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Business</a:t>
            </a:r>
            <a:r>
              <a:rPr lang="en-IN" sz="1350" b="0" u="none" spc="-34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350" b="0" u="none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logic</a:t>
            </a:r>
            <a:r>
              <a:rPr lang="en-IN" sz="1350" b="0" u="none" spc="-34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350" b="0" u="none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is</a:t>
            </a:r>
            <a:r>
              <a:rPr lang="en-IN" sz="1350" b="0" u="none" spc="-34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350" b="0" u="none" spc="-11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executed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0" name="object 34"/>
          <p:cNvGrpSpPr/>
          <p:nvPr/>
        </p:nvGrpSpPr>
        <p:grpSpPr>
          <a:xfrm>
            <a:off x="599760" y="3911760"/>
            <a:ext cx="536760" cy="749520"/>
            <a:chOff x="599760" y="3911760"/>
            <a:chExt cx="536760" cy="749520"/>
          </a:xfrm>
        </p:grpSpPr>
        <p:pic>
          <p:nvPicPr>
            <p:cNvPr id="241" name="object 35"/>
            <p:cNvPicPr/>
            <p:nvPr/>
          </p:nvPicPr>
          <p:blipFill>
            <a:blip r:embed="rId8"/>
            <a:stretch/>
          </p:blipFill>
          <p:spPr>
            <a:xfrm>
              <a:off x="819360" y="3911760"/>
              <a:ext cx="98640" cy="299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42" name="object 36"/>
            <p:cNvSpPr/>
            <p:nvPr/>
          </p:nvSpPr>
          <p:spPr>
            <a:xfrm>
              <a:off x="868680" y="3940920"/>
              <a:ext cx="360" cy="2008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00880"/>
                <a:gd name="textAreaBottom" fmla="*/ 201240 h 200880"/>
              </a:gdLst>
              <a:ahLst/>
              <a:cxnLst/>
              <a:rect l="textAreaLeft" t="textAreaTop" r="textAreaRight" b="textAreaBottom"/>
              <a:pathLst>
                <a:path w="0" h="201295">
                  <a:moveTo>
                    <a:pt x="0" y="0"/>
                  </a:moveTo>
                  <a:lnTo>
                    <a:pt x="0" y="201231"/>
                  </a:lnTo>
                </a:path>
              </a:pathLst>
            </a:custGeom>
            <a:noFill/>
            <a:ln w="19079">
              <a:solidFill>
                <a:srgbClr val="30c3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43" name="object 37"/>
            <p:cNvPicPr/>
            <p:nvPr/>
          </p:nvPicPr>
          <p:blipFill>
            <a:blip r:embed="rId9"/>
            <a:stretch/>
          </p:blipFill>
          <p:spPr>
            <a:xfrm>
              <a:off x="599760" y="4124880"/>
              <a:ext cx="536760" cy="536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44" name="object 38"/>
            <p:cNvSpPr/>
            <p:nvPr/>
          </p:nvSpPr>
          <p:spPr>
            <a:xfrm>
              <a:off x="639720" y="4141800"/>
              <a:ext cx="456840" cy="45684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6"/>
                  </a:lnTo>
                  <a:lnTo>
                    <a:pt x="30594" y="114477"/>
                  </a:lnTo>
                  <a:lnTo>
                    <a:pt x="7739" y="169514"/>
                  </a:lnTo>
                  <a:lnTo>
                    <a:pt x="0" y="228600"/>
                  </a:lnTo>
                  <a:lnTo>
                    <a:pt x="1946" y="258433"/>
                  </a:lnTo>
                  <a:lnTo>
                    <a:pt x="17311" y="316080"/>
                  </a:lnTo>
                  <a:lnTo>
                    <a:pt x="47297" y="367871"/>
                  </a:lnTo>
                  <a:lnTo>
                    <a:pt x="89473" y="409905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5"/>
                  </a:lnTo>
                  <a:lnTo>
                    <a:pt x="409900" y="367871"/>
                  </a:lnTo>
                  <a:lnTo>
                    <a:pt x="439883" y="316080"/>
                  </a:lnTo>
                  <a:lnTo>
                    <a:pt x="455253" y="258433"/>
                  </a:lnTo>
                  <a:lnTo>
                    <a:pt x="457200" y="228600"/>
                  </a:lnTo>
                  <a:lnTo>
                    <a:pt x="455253" y="198772"/>
                  </a:lnTo>
                  <a:lnTo>
                    <a:pt x="439883" y="141269"/>
                  </a:lnTo>
                  <a:lnTo>
                    <a:pt x="409900" y="89478"/>
                  </a:lnTo>
                  <a:lnTo>
                    <a:pt x="367871" y="47299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173d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5" name="object 39"/>
          <p:cNvSpPr/>
          <p:nvPr/>
        </p:nvSpPr>
        <p:spPr>
          <a:xfrm>
            <a:off x="813240" y="4266360"/>
            <a:ext cx="11016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200" b="1" u="none" spc="-51" strike="noStrike">
                <a:solidFill>
                  <a:srgbClr val="f7f9fb"/>
                </a:solidFill>
                <a:effectLst/>
                <a:uFillTx/>
                <a:latin typeface="Arial"/>
              </a:rPr>
              <a:t>5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object 40"/>
          <p:cNvSpPr/>
          <p:nvPr/>
        </p:nvSpPr>
        <p:spPr>
          <a:xfrm>
            <a:off x="1357200" y="4156200"/>
            <a:ext cx="91476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500" b="1" u="none" spc="-60" strike="noStrike">
                <a:solidFill>
                  <a:srgbClr val="f7f9fb"/>
                </a:solidFill>
                <a:effectLst/>
                <a:uFillTx/>
                <a:latin typeface="Arial"/>
              </a:rPr>
              <a:t>Mongoose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object 41"/>
          <p:cNvSpPr/>
          <p:nvPr/>
        </p:nvSpPr>
        <p:spPr>
          <a:xfrm>
            <a:off x="3963600" y="4156200"/>
            <a:ext cx="24717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50" b="0" u="none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Schema</a:t>
            </a:r>
            <a:r>
              <a:rPr lang="en-IN" sz="1350" b="0" u="none" spc="-11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350" b="0" u="none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+ </a:t>
            </a:r>
            <a:r>
              <a:rPr lang="en-IN" sz="1350" b="0" u="none" spc="-11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validation</a:t>
            </a:r>
            <a:r>
              <a:rPr lang="en-IN" sz="1350" b="0" u="none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 +</a:t>
            </a:r>
            <a:r>
              <a:rPr lang="en-IN" sz="1350" b="0" u="none" spc="-6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350" b="0" u="none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DB </a:t>
            </a:r>
            <a:r>
              <a:rPr lang="en-IN" sz="1350" b="0" u="none" spc="-20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query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8" name="object 42"/>
          <p:cNvGrpSpPr/>
          <p:nvPr/>
        </p:nvGrpSpPr>
        <p:grpSpPr>
          <a:xfrm>
            <a:off x="599760" y="4570200"/>
            <a:ext cx="536760" cy="749520"/>
            <a:chOff x="599760" y="4570200"/>
            <a:chExt cx="536760" cy="749520"/>
          </a:xfrm>
        </p:grpSpPr>
        <p:pic>
          <p:nvPicPr>
            <p:cNvPr id="249" name="object 43"/>
            <p:cNvPicPr/>
            <p:nvPr/>
          </p:nvPicPr>
          <p:blipFill>
            <a:blip r:embed="rId10"/>
            <a:stretch/>
          </p:blipFill>
          <p:spPr>
            <a:xfrm>
              <a:off x="819360" y="4570200"/>
              <a:ext cx="98640" cy="299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50" name="object 44"/>
            <p:cNvSpPr/>
            <p:nvPr/>
          </p:nvSpPr>
          <p:spPr>
            <a:xfrm>
              <a:off x="868680" y="4599360"/>
              <a:ext cx="360" cy="2008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00880"/>
                <a:gd name="textAreaBottom" fmla="*/ 201240 h 200880"/>
              </a:gdLst>
              <a:ahLst/>
              <a:cxnLst/>
              <a:rect l="textAreaLeft" t="textAreaTop" r="textAreaRight" b="textAreaBottom"/>
              <a:pathLst>
                <a:path w="0" h="201295">
                  <a:moveTo>
                    <a:pt x="0" y="0"/>
                  </a:moveTo>
                  <a:lnTo>
                    <a:pt x="0" y="200888"/>
                  </a:lnTo>
                </a:path>
              </a:pathLst>
            </a:custGeom>
            <a:noFill/>
            <a:ln w="19079">
              <a:solidFill>
                <a:srgbClr val="30c3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51" name="object 45"/>
            <p:cNvPicPr/>
            <p:nvPr/>
          </p:nvPicPr>
          <p:blipFill>
            <a:blip r:embed="rId11"/>
            <a:stretch/>
          </p:blipFill>
          <p:spPr>
            <a:xfrm>
              <a:off x="599760" y="4783320"/>
              <a:ext cx="536760" cy="536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52" name="object 46"/>
            <p:cNvSpPr/>
            <p:nvPr/>
          </p:nvSpPr>
          <p:spPr>
            <a:xfrm>
              <a:off x="639720" y="4800240"/>
              <a:ext cx="456840" cy="45684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0c3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3" name="object 47"/>
          <p:cNvSpPr/>
          <p:nvPr/>
        </p:nvSpPr>
        <p:spPr>
          <a:xfrm>
            <a:off x="813240" y="4924800"/>
            <a:ext cx="11016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200" b="1" u="none" spc="-51" strike="noStrike">
                <a:solidFill>
                  <a:srgbClr val="f7f9fb"/>
                </a:solidFill>
                <a:effectLst/>
                <a:uFillTx/>
                <a:latin typeface="Arial"/>
              </a:rPr>
              <a:t>6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object 48"/>
          <p:cNvSpPr/>
          <p:nvPr/>
        </p:nvSpPr>
        <p:spPr>
          <a:xfrm>
            <a:off x="1357200" y="4814640"/>
            <a:ext cx="87084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500" b="1" u="none" spc="-60" strike="noStrike">
                <a:solidFill>
                  <a:srgbClr val="f7f9fb"/>
                </a:solidFill>
                <a:effectLst/>
                <a:uFillTx/>
                <a:latin typeface="Arial"/>
              </a:rPr>
              <a:t>MongoDB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object 49"/>
          <p:cNvSpPr/>
          <p:nvPr/>
        </p:nvSpPr>
        <p:spPr>
          <a:xfrm>
            <a:off x="3963240" y="4814640"/>
            <a:ext cx="18842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50" b="0" u="none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Data</a:t>
            </a:r>
            <a:r>
              <a:rPr lang="en-IN" sz="1350" b="0" u="none" spc="-20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350" b="0" u="none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is</a:t>
            </a:r>
            <a:r>
              <a:rPr lang="en-IN" sz="1350" b="0" u="none" spc="-14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350" b="0" u="none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stored</a:t>
            </a:r>
            <a:r>
              <a:rPr lang="en-IN" sz="1350" b="0" u="none" spc="-11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350" b="0" u="none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/</a:t>
            </a:r>
            <a:r>
              <a:rPr lang="en-IN" sz="1350" b="0" u="none" spc="-11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 retrieved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6" name="object 50"/>
          <p:cNvGrpSpPr/>
          <p:nvPr/>
        </p:nvGrpSpPr>
        <p:grpSpPr>
          <a:xfrm>
            <a:off x="599760" y="5228640"/>
            <a:ext cx="536760" cy="749520"/>
            <a:chOff x="599760" y="5228640"/>
            <a:chExt cx="536760" cy="749520"/>
          </a:xfrm>
        </p:grpSpPr>
        <p:pic>
          <p:nvPicPr>
            <p:cNvPr id="257" name="object 51"/>
            <p:cNvPicPr/>
            <p:nvPr/>
          </p:nvPicPr>
          <p:blipFill>
            <a:blip r:embed="rId12"/>
            <a:stretch/>
          </p:blipFill>
          <p:spPr>
            <a:xfrm>
              <a:off x="819360" y="5228640"/>
              <a:ext cx="98640" cy="299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58" name="object 52"/>
            <p:cNvSpPr/>
            <p:nvPr/>
          </p:nvSpPr>
          <p:spPr>
            <a:xfrm>
              <a:off x="868680" y="5257800"/>
              <a:ext cx="360" cy="2008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00880"/>
                <a:gd name="textAreaBottom" fmla="*/ 201240 h 200880"/>
              </a:gdLst>
              <a:ahLst/>
              <a:cxnLst/>
              <a:rect l="textAreaLeft" t="textAreaTop" r="textAreaRight" b="textAreaBottom"/>
              <a:pathLst>
                <a:path w="0" h="201295">
                  <a:moveTo>
                    <a:pt x="0" y="0"/>
                  </a:moveTo>
                  <a:lnTo>
                    <a:pt x="0" y="200875"/>
                  </a:lnTo>
                </a:path>
              </a:pathLst>
            </a:custGeom>
            <a:noFill/>
            <a:ln w="19079">
              <a:solidFill>
                <a:srgbClr val="30c3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59" name="object 53"/>
            <p:cNvPicPr/>
            <p:nvPr/>
          </p:nvPicPr>
          <p:blipFill>
            <a:blip r:embed="rId13"/>
            <a:stretch/>
          </p:blipFill>
          <p:spPr>
            <a:xfrm>
              <a:off x="599760" y="5441760"/>
              <a:ext cx="536760" cy="536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0" name="object 54"/>
            <p:cNvSpPr/>
            <p:nvPr/>
          </p:nvSpPr>
          <p:spPr>
            <a:xfrm>
              <a:off x="639720" y="5458680"/>
              <a:ext cx="456840" cy="45684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457200" h="457200">
                  <a:moveTo>
                    <a:pt x="228600" y="0"/>
                  </a:moveTo>
                  <a:lnTo>
                    <a:pt x="169464" y="7740"/>
                  </a:lnTo>
                  <a:lnTo>
                    <a:pt x="114109" y="30606"/>
                  </a:lnTo>
                  <a:lnTo>
                    <a:pt x="66955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599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199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599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199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1" name="object 55"/>
          <p:cNvSpPr/>
          <p:nvPr/>
        </p:nvSpPr>
        <p:spPr>
          <a:xfrm>
            <a:off x="813240" y="5583240"/>
            <a:ext cx="11016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200" b="1" u="none" spc="-51" strike="noStrike">
                <a:solidFill>
                  <a:srgbClr val="f7f9fb"/>
                </a:solidFill>
                <a:effectLst/>
                <a:uFillTx/>
                <a:latin typeface="Arial"/>
              </a:rPr>
              <a:t>7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object 56"/>
          <p:cNvSpPr/>
          <p:nvPr/>
        </p:nvSpPr>
        <p:spPr>
          <a:xfrm>
            <a:off x="1357200" y="5473080"/>
            <a:ext cx="1442880" cy="4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500" b="1" u="none" spc="-20" strike="noStrike">
                <a:solidFill>
                  <a:srgbClr val="f7f9fb"/>
                </a:solidFill>
                <a:effectLst/>
                <a:uFillTx/>
                <a:latin typeface="Arial"/>
              </a:rPr>
              <a:t>JSON</a:t>
            </a:r>
            <a:r>
              <a:rPr lang="en-IN" sz="1500" b="1" u="none" spc="-65" strike="noStrike">
                <a:solidFill>
                  <a:srgbClr val="f7f9fb"/>
                </a:solidFill>
                <a:effectLst/>
                <a:uFillTx/>
                <a:latin typeface="Arial"/>
              </a:rPr>
              <a:t> </a:t>
            </a:r>
            <a:r>
              <a:rPr lang="en-IN" sz="1500" b="1" u="none" spc="-45" strike="noStrike">
                <a:solidFill>
                  <a:srgbClr val="f7f9fb"/>
                </a:solidFill>
                <a:effectLst/>
                <a:uFillTx/>
                <a:latin typeface="Arial"/>
              </a:rPr>
              <a:t>Response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object 57"/>
          <p:cNvSpPr/>
          <p:nvPr/>
        </p:nvSpPr>
        <p:spPr>
          <a:xfrm>
            <a:off x="3963240" y="5473080"/>
            <a:ext cx="18270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50" b="0" u="none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Result</a:t>
            </a:r>
            <a:r>
              <a:rPr lang="en-IN" sz="1350" b="0" u="none" spc="-31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350" b="0" u="none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returned</a:t>
            </a:r>
            <a:r>
              <a:rPr lang="en-IN" sz="1350" b="0" u="none" spc="-34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350" b="0" u="none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to</a:t>
            </a:r>
            <a:r>
              <a:rPr lang="en-IN" sz="1350" b="0" u="none" spc="-31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350" b="0" u="none" spc="-11" strike="noStrike">
                <a:solidFill>
                  <a:srgbClr val="e7eef7"/>
                </a:solidFill>
                <a:effectLst/>
                <a:uFillTx/>
                <a:latin typeface="Microsoft Sans Serif"/>
              </a:rPr>
              <a:t>client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ftr" idx="20"/>
          </p:nvPr>
        </p:nvSpPr>
        <p:spPr>
          <a:xfrm>
            <a:off x="735840" y="6512400"/>
            <a:ext cx="3336480" cy="160200"/>
          </a:xfrm>
          <a:prstGeom prst="rect">
            <a:avLst/>
          </a:prstGeom>
          <a:noFill/>
          <a:ln w="0">
            <a:noFill/>
          </a:ln>
        </p:spPr>
        <p:txBody>
          <a:bodyPr lIns="0" rIns="0" tIns="5760" bIns="0" anchor="t">
            <a:spAutoFit/>
          </a:bodyPr>
          <a:lstStyle>
            <a:lvl1pPr marL="1260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12600" indent="0">
              <a:lnSpc>
                <a:spcPct val="100000"/>
              </a:lnSpc>
              <a:spcBef>
                <a:spcPts val="45"/>
              </a:spcBef>
              <a:buNone/>
            </a:pP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ContentGen</a:t>
            </a:r>
            <a:r>
              <a:rPr lang="en-IN" sz="850" b="0" u="none" spc="34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/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BlogNest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•</a:t>
            </a:r>
            <a:r>
              <a:rPr lang="en-IN" sz="850" b="0" u="none" spc="45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AI-Powered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Content</a:t>
            </a:r>
            <a:r>
              <a:rPr lang="en-IN" sz="850" b="0" u="none" spc="34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Management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pc="-11" strike="noStrike">
                <a:solidFill>
                  <a:srgbClr val="e7eef7"/>
                </a:solidFill>
                <a:effectLst/>
                <a:uFillTx/>
                <a:latin typeface="Arial MT"/>
              </a:rPr>
              <a:t>System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21"/>
          </p:nvPr>
        </p:nvSpPr>
        <p:spPr>
          <a:xfrm>
            <a:off x="5128560" y="6512400"/>
            <a:ext cx="339840" cy="160200"/>
          </a:xfrm>
          <a:prstGeom prst="rect">
            <a:avLst/>
          </a:prstGeom>
          <a:noFill/>
          <a:ln w="0">
            <a:noFill/>
          </a:ln>
        </p:spPr>
        <p:txBody>
          <a:bodyPr lIns="0" rIns="0" tIns="5760" bIns="0" anchor="t">
            <a:spAutoFit/>
          </a:bodyPr>
          <a:lstStyle>
            <a:lvl1pPr marL="6336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63360" indent="0">
              <a:lnSpc>
                <a:spcPct val="100000"/>
              </a:lnSpc>
              <a:spcBef>
                <a:spcPts val="45"/>
              </a:spcBef>
              <a:buNone/>
            </a:pPr>
            <a:fld id="{710AB793-1A65-4D15-8646-E3E87ACFA24F}" type="slidenum"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&lt;number&gt;</a:t>
            </a:fld>
            <a:r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/7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717120" y="443520"/>
            <a:ext cx="41544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IN" sz="29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MVC</a:t>
            </a:r>
            <a:r>
              <a:rPr lang="en-IN" sz="2900" b="0" u="none" spc="34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9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+</a:t>
            </a:r>
            <a:r>
              <a:rPr lang="en-IN" sz="2900" b="0" u="none" spc="51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9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Database</a:t>
            </a:r>
            <a:r>
              <a:rPr lang="en-IN" sz="2900" b="0" u="none" spc="40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900" b="0" u="none" spc="-11" strike="noStrike">
                <a:solidFill>
                  <a:srgbClr val="f7f9fb"/>
                </a:solidFill>
                <a:effectLst/>
                <a:uFillTx/>
                <a:latin typeface="Arial MT"/>
              </a:rPr>
              <a:t>Design</a:t>
            </a:r>
            <a:endParaRPr lang="en-IN" sz="2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7" name="object 7"/>
          <p:cNvSpPr/>
          <p:nvPr/>
        </p:nvSpPr>
        <p:spPr>
          <a:xfrm>
            <a:off x="735840" y="1056600"/>
            <a:ext cx="33091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How</a:t>
            </a:r>
            <a:r>
              <a:rPr lang="en-IN" sz="1300" b="0" u="none" spc="6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the</a:t>
            </a:r>
            <a:r>
              <a:rPr lang="en-IN" sz="1300" b="0" u="none" spc="6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backend</a:t>
            </a:r>
            <a:r>
              <a:rPr lang="en-IN" sz="1300" b="0" u="none" spc="6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separates</a:t>
            </a:r>
            <a:r>
              <a:rPr lang="en-IN" sz="1300" b="0" u="none" spc="65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pc="-11" strike="noStrike">
                <a:solidFill>
                  <a:srgbClr val="e7eef7"/>
                </a:solidFill>
                <a:effectLst/>
                <a:uFillTx/>
                <a:latin typeface="Arial MT"/>
              </a:rPr>
              <a:t>responsibilities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8" name="object 2"/>
          <p:cNvGrpSpPr/>
          <p:nvPr/>
        </p:nvGrpSpPr>
        <p:grpSpPr>
          <a:xfrm>
            <a:off x="594720" y="1486440"/>
            <a:ext cx="3564000" cy="4569480"/>
            <a:chOff x="594720" y="1486440"/>
            <a:chExt cx="3564000" cy="4569480"/>
          </a:xfrm>
        </p:grpSpPr>
        <p:pic>
          <p:nvPicPr>
            <p:cNvPr id="269" name="object 3"/>
            <p:cNvPicPr/>
            <p:nvPr/>
          </p:nvPicPr>
          <p:blipFill>
            <a:blip r:embed="rId1"/>
            <a:stretch/>
          </p:blipFill>
          <p:spPr>
            <a:xfrm>
              <a:off x="594720" y="1486440"/>
              <a:ext cx="3564000" cy="4569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70" name="object 4"/>
            <p:cNvSpPr/>
            <p:nvPr/>
          </p:nvSpPr>
          <p:spPr>
            <a:xfrm>
              <a:off x="639360" y="1508040"/>
              <a:ext cx="3475080" cy="4480920"/>
            </a:xfrm>
            <a:custGeom>
              <a:avLst/>
              <a:gdLst>
                <a:gd name="textAreaLeft" fmla="*/ 0 w 3475080"/>
                <a:gd name="textAreaRight" fmla="*/ 3475440 w 3475080"/>
                <a:gd name="textAreaTop" fmla="*/ 0 h 4480920"/>
                <a:gd name="textAreaBottom" fmla="*/ 4481280 h 4480920"/>
              </a:gdLst>
              <a:ahLst/>
              <a:cxnLst/>
              <a:rect l="textAreaLeft" t="textAreaTop" r="textAreaRight" b="textAreaBottom"/>
              <a:pathLst>
                <a:path w="3475354" h="4481195">
                  <a:moveTo>
                    <a:pt x="579602" y="0"/>
                  </a:moveTo>
                  <a:lnTo>
                    <a:pt x="528886" y="2235"/>
                  </a:lnTo>
                  <a:lnTo>
                    <a:pt x="478789" y="8880"/>
                  </a:lnTo>
                  <a:lnTo>
                    <a:pt x="429572" y="19845"/>
                  </a:lnTo>
                  <a:lnTo>
                    <a:pt x="381495" y="35040"/>
                  </a:lnTo>
                  <a:lnTo>
                    <a:pt x="334818" y="54376"/>
                  </a:lnTo>
                  <a:lnTo>
                    <a:pt x="289801" y="77762"/>
                  </a:lnTo>
                  <a:lnTo>
                    <a:pt x="247148" y="104969"/>
                  </a:lnTo>
                  <a:lnTo>
                    <a:pt x="207163" y="135695"/>
                  </a:lnTo>
                  <a:lnTo>
                    <a:pt x="170057" y="169741"/>
                  </a:lnTo>
                  <a:lnTo>
                    <a:pt x="136040" y="206907"/>
                  </a:lnTo>
                  <a:lnTo>
                    <a:pt x="105324" y="246994"/>
                  </a:lnTo>
                  <a:lnTo>
                    <a:pt x="78117" y="289801"/>
                  </a:lnTo>
                  <a:lnTo>
                    <a:pt x="54557" y="334818"/>
                  </a:lnTo>
                  <a:lnTo>
                    <a:pt x="35241" y="381324"/>
                  </a:lnTo>
                  <a:lnTo>
                    <a:pt x="20073" y="429394"/>
                  </a:lnTo>
                  <a:lnTo>
                    <a:pt x="9166" y="478605"/>
                  </a:lnTo>
                  <a:lnTo>
                    <a:pt x="2577" y="528655"/>
                  </a:lnTo>
                  <a:lnTo>
                    <a:pt x="368" y="579247"/>
                  </a:lnTo>
                  <a:lnTo>
                    <a:pt x="0" y="3901681"/>
                  </a:lnTo>
                  <a:lnTo>
                    <a:pt x="2235" y="3952397"/>
                  </a:lnTo>
                  <a:lnTo>
                    <a:pt x="8857" y="4002323"/>
                  </a:lnTo>
                  <a:lnTo>
                    <a:pt x="8880" y="4002494"/>
                  </a:lnTo>
                  <a:lnTo>
                    <a:pt x="19805" y="4051533"/>
                  </a:lnTo>
                  <a:lnTo>
                    <a:pt x="19845" y="4051711"/>
                  </a:lnTo>
                  <a:lnTo>
                    <a:pt x="34982" y="4099603"/>
                  </a:lnTo>
                  <a:lnTo>
                    <a:pt x="35040" y="4099788"/>
                  </a:lnTo>
                  <a:lnTo>
                    <a:pt x="54280" y="4146234"/>
                  </a:lnTo>
                  <a:lnTo>
                    <a:pt x="54376" y="4146465"/>
                  </a:lnTo>
                  <a:lnTo>
                    <a:pt x="77762" y="4191482"/>
                  </a:lnTo>
                  <a:lnTo>
                    <a:pt x="104969" y="4234139"/>
                  </a:lnTo>
                  <a:lnTo>
                    <a:pt x="135695" y="4274125"/>
                  </a:lnTo>
                  <a:lnTo>
                    <a:pt x="169741" y="4311230"/>
                  </a:lnTo>
                  <a:lnTo>
                    <a:pt x="206907" y="4345245"/>
                  </a:lnTo>
                  <a:lnTo>
                    <a:pt x="246994" y="4375960"/>
                  </a:lnTo>
                  <a:lnTo>
                    <a:pt x="289801" y="4403166"/>
                  </a:lnTo>
                  <a:lnTo>
                    <a:pt x="334693" y="4426675"/>
                  </a:lnTo>
                  <a:lnTo>
                    <a:pt x="381324" y="4446045"/>
                  </a:lnTo>
                  <a:lnTo>
                    <a:pt x="429394" y="4461216"/>
                  </a:lnTo>
                  <a:lnTo>
                    <a:pt x="478605" y="4472127"/>
                  </a:lnTo>
                  <a:lnTo>
                    <a:pt x="528655" y="4478717"/>
                  </a:lnTo>
                  <a:lnTo>
                    <a:pt x="579247" y="4480928"/>
                  </a:lnTo>
                  <a:lnTo>
                    <a:pt x="2895841" y="4480928"/>
                  </a:lnTo>
                  <a:lnTo>
                    <a:pt x="2945997" y="4478717"/>
                  </a:lnTo>
                  <a:lnTo>
                    <a:pt x="2946371" y="4478717"/>
                  </a:lnTo>
                  <a:lnTo>
                    <a:pt x="2996058" y="4472127"/>
                  </a:lnTo>
                  <a:lnTo>
                    <a:pt x="2996299" y="4472127"/>
                  </a:lnTo>
                  <a:lnTo>
                    <a:pt x="3045871" y="4461082"/>
                  </a:lnTo>
                  <a:lnTo>
                    <a:pt x="3093948" y="4445887"/>
                  </a:lnTo>
                  <a:lnTo>
                    <a:pt x="3140327" y="4426675"/>
                  </a:lnTo>
                  <a:lnTo>
                    <a:pt x="3185642" y="4403166"/>
                  </a:lnTo>
                  <a:lnTo>
                    <a:pt x="3228297" y="4375960"/>
                  </a:lnTo>
                  <a:lnTo>
                    <a:pt x="3268268" y="4345245"/>
                  </a:lnTo>
                  <a:lnTo>
                    <a:pt x="3305342" y="4311230"/>
                  </a:lnTo>
                  <a:lnTo>
                    <a:pt x="3339309" y="4274125"/>
                  </a:lnTo>
                  <a:lnTo>
                    <a:pt x="3370120" y="4233933"/>
                  </a:lnTo>
                  <a:lnTo>
                    <a:pt x="3397326" y="4191127"/>
                  </a:lnTo>
                  <a:lnTo>
                    <a:pt x="3420714" y="4146465"/>
                  </a:lnTo>
                  <a:lnTo>
                    <a:pt x="3420835" y="4146234"/>
                  </a:lnTo>
                  <a:lnTo>
                    <a:pt x="3440129" y="4099788"/>
                  </a:lnTo>
                  <a:lnTo>
                    <a:pt x="3440205" y="4099603"/>
                  </a:lnTo>
                  <a:lnTo>
                    <a:pt x="3455320" y="4051711"/>
                  </a:lnTo>
                  <a:lnTo>
                    <a:pt x="3466249" y="4002494"/>
                  </a:lnTo>
                  <a:lnTo>
                    <a:pt x="3472861" y="3952397"/>
                  </a:lnTo>
                  <a:lnTo>
                    <a:pt x="3475088" y="3901681"/>
                  </a:lnTo>
                  <a:lnTo>
                    <a:pt x="3475072" y="579247"/>
                  </a:lnTo>
                  <a:lnTo>
                    <a:pt x="3472853" y="528886"/>
                  </a:lnTo>
                  <a:lnTo>
                    <a:pt x="3466208" y="478789"/>
                  </a:lnTo>
                  <a:lnTo>
                    <a:pt x="3455242" y="429572"/>
                  </a:lnTo>
                  <a:lnTo>
                    <a:pt x="3440047" y="381495"/>
                  </a:lnTo>
                  <a:lnTo>
                    <a:pt x="3420712" y="334818"/>
                  </a:lnTo>
                  <a:lnTo>
                    <a:pt x="3397326" y="289801"/>
                  </a:lnTo>
                  <a:lnTo>
                    <a:pt x="3370119" y="247148"/>
                  </a:lnTo>
                  <a:lnTo>
                    <a:pt x="3339392" y="207163"/>
                  </a:lnTo>
                  <a:lnTo>
                    <a:pt x="3305346" y="170057"/>
                  </a:lnTo>
                  <a:lnTo>
                    <a:pt x="3268180" y="136040"/>
                  </a:lnTo>
                  <a:lnTo>
                    <a:pt x="3228093" y="105324"/>
                  </a:lnTo>
                  <a:lnTo>
                    <a:pt x="3185287" y="78117"/>
                  </a:lnTo>
                  <a:lnTo>
                    <a:pt x="3140394" y="54609"/>
                  </a:lnTo>
                  <a:lnTo>
                    <a:pt x="3093763" y="35241"/>
                  </a:lnTo>
                  <a:lnTo>
                    <a:pt x="3045693" y="20073"/>
                  </a:lnTo>
                  <a:lnTo>
                    <a:pt x="2996483" y="9166"/>
                  </a:lnTo>
                  <a:lnTo>
                    <a:pt x="2946432" y="2577"/>
                  </a:lnTo>
                  <a:lnTo>
                    <a:pt x="2895841" y="368"/>
                  </a:lnTo>
                  <a:lnTo>
                    <a:pt x="579602" y="0"/>
                  </a:lnTo>
                  <a:close/>
                </a:path>
              </a:pathLst>
            </a:custGeom>
            <a:solidFill>
              <a:srgbClr val="f7f9f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object 5"/>
            <p:cNvSpPr/>
            <p:nvPr/>
          </p:nvSpPr>
          <p:spPr>
            <a:xfrm>
              <a:off x="639360" y="1508040"/>
              <a:ext cx="3475080" cy="4480920"/>
            </a:xfrm>
            <a:custGeom>
              <a:avLst/>
              <a:gdLst>
                <a:gd name="textAreaLeft" fmla="*/ 0 w 3475080"/>
                <a:gd name="textAreaRight" fmla="*/ 3475440 w 3475080"/>
                <a:gd name="textAreaTop" fmla="*/ 0 h 4480920"/>
                <a:gd name="textAreaBottom" fmla="*/ 4481280 h 4480920"/>
              </a:gdLst>
              <a:ahLst/>
              <a:cxnLst/>
              <a:rect l="textAreaLeft" t="textAreaTop" r="textAreaRight" b="textAreaBottom"/>
              <a:pathLst>
                <a:path w="3475354" h="4481195">
                  <a:moveTo>
                    <a:pt x="368" y="579247"/>
                  </a:moveTo>
                  <a:lnTo>
                    <a:pt x="2577" y="528655"/>
                  </a:lnTo>
                  <a:lnTo>
                    <a:pt x="9166" y="478605"/>
                  </a:lnTo>
                  <a:lnTo>
                    <a:pt x="20073" y="429394"/>
                  </a:lnTo>
                  <a:lnTo>
                    <a:pt x="35241" y="381324"/>
                  </a:lnTo>
                  <a:lnTo>
                    <a:pt x="54609" y="334693"/>
                  </a:lnTo>
                  <a:lnTo>
                    <a:pt x="78117" y="289801"/>
                  </a:lnTo>
                  <a:lnTo>
                    <a:pt x="105324" y="246994"/>
                  </a:lnTo>
                  <a:lnTo>
                    <a:pt x="136040" y="206907"/>
                  </a:lnTo>
                  <a:lnTo>
                    <a:pt x="170057" y="169741"/>
                  </a:lnTo>
                  <a:lnTo>
                    <a:pt x="207163" y="135695"/>
                  </a:lnTo>
                  <a:lnTo>
                    <a:pt x="247148" y="104969"/>
                  </a:lnTo>
                  <a:lnTo>
                    <a:pt x="289801" y="77762"/>
                  </a:lnTo>
                  <a:lnTo>
                    <a:pt x="334818" y="54376"/>
                  </a:lnTo>
                  <a:lnTo>
                    <a:pt x="381495" y="35040"/>
                  </a:lnTo>
                  <a:lnTo>
                    <a:pt x="429572" y="19845"/>
                  </a:lnTo>
                  <a:lnTo>
                    <a:pt x="478789" y="8880"/>
                  </a:lnTo>
                  <a:lnTo>
                    <a:pt x="528886" y="2235"/>
                  </a:lnTo>
                  <a:lnTo>
                    <a:pt x="579602" y="0"/>
                  </a:lnTo>
                  <a:lnTo>
                    <a:pt x="2895841" y="368"/>
                  </a:lnTo>
                  <a:lnTo>
                    <a:pt x="2946432" y="2577"/>
                  </a:lnTo>
                  <a:lnTo>
                    <a:pt x="2996483" y="9166"/>
                  </a:lnTo>
                  <a:lnTo>
                    <a:pt x="3045693" y="20073"/>
                  </a:lnTo>
                  <a:lnTo>
                    <a:pt x="3093763" y="35241"/>
                  </a:lnTo>
                  <a:lnTo>
                    <a:pt x="3140394" y="54609"/>
                  </a:lnTo>
                  <a:lnTo>
                    <a:pt x="3185287" y="78117"/>
                  </a:lnTo>
                  <a:lnTo>
                    <a:pt x="3228093" y="105324"/>
                  </a:lnTo>
                  <a:lnTo>
                    <a:pt x="3268180" y="136040"/>
                  </a:lnTo>
                  <a:lnTo>
                    <a:pt x="3305346" y="170057"/>
                  </a:lnTo>
                  <a:lnTo>
                    <a:pt x="3339392" y="207163"/>
                  </a:lnTo>
                  <a:lnTo>
                    <a:pt x="3370119" y="247148"/>
                  </a:lnTo>
                  <a:lnTo>
                    <a:pt x="3397326" y="289801"/>
                  </a:lnTo>
                  <a:lnTo>
                    <a:pt x="3420712" y="334818"/>
                  </a:lnTo>
                  <a:lnTo>
                    <a:pt x="3440047" y="381495"/>
                  </a:lnTo>
                  <a:lnTo>
                    <a:pt x="3455242" y="429572"/>
                  </a:lnTo>
                  <a:lnTo>
                    <a:pt x="3466208" y="478789"/>
                  </a:lnTo>
                  <a:lnTo>
                    <a:pt x="3472853" y="528886"/>
                  </a:lnTo>
                  <a:lnTo>
                    <a:pt x="3475088" y="579602"/>
                  </a:lnTo>
                  <a:lnTo>
                    <a:pt x="3475088" y="3901681"/>
                  </a:lnTo>
                  <a:lnTo>
                    <a:pt x="3472877" y="3952272"/>
                  </a:lnTo>
                  <a:lnTo>
                    <a:pt x="3466287" y="4002323"/>
                  </a:lnTo>
                  <a:lnTo>
                    <a:pt x="3455376" y="4051533"/>
                  </a:lnTo>
                  <a:lnTo>
                    <a:pt x="3440205" y="4099603"/>
                  </a:lnTo>
                  <a:lnTo>
                    <a:pt x="3420835" y="4146234"/>
                  </a:lnTo>
                  <a:lnTo>
                    <a:pt x="3397326" y="4191127"/>
                  </a:lnTo>
                  <a:lnTo>
                    <a:pt x="3370120" y="4233933"/>
                  </a:lnTo>
                  <a:lnTo>
                    <a:pt x="3339405" y="4274020"/>
                  </a:lnTo>
                  <a:lnTo>
                    <a:pt x="3305390" y="4311186"/>
                  </a:lnTo>
                  <a:lnTo>
                    <a:pt x="3268285" y="4345232"/>
                  </a:lnTo>
                  <a:lnTo>
                    <a:pt x="3228299" y="4375959"/>
                  </a:lnTo>
                  <a:lnTo>
                    <a:pt x="3185642" y="4403166"/>
                  </a:lnTo>
                  <a:lnTo>
                    <a:pt x="3140625" y="4426552"/>
                  </a:lnTo>
                  <a:lnTo>
                    <a:pt x="3093948" y="4445887"/>
                  </a:lnTo>
                  <a:lnTo>
                    <a:pt x="3045871" y="4461082"/>
                  </a:lnTo>
                  <a:lnTo>
                    <a:pt x="2996654" y="4472048"/>
                  </a:lnTo>
                  <a:lnTo>
                    <a:pt x="2946557" y="4478693"/>
                  </a:lnTo>
                  <a:lnTo>
                    <a:pt x="2895841" y="4480928"/>
                  </a:lnTo>
                  <a:lnTo>
                    <a:pt x="579247" y="4480928"/>
                  </a:lnTo>
                  <a:lnTo>
                    <a:pt x="528655" y="4478717"/>
                  </a:lnTo>
                  <a:lnTo>
                    <a:pt x="478605" y="4472127"/>
                  </a:lnTo>
                  <a:lnTo>
                    <a:pt x="429394" y="4461216"/>
                  </a:lnTo>
                  <a:lnTo>
                    <a:pt x="381324" y="4446045"/>
                  </a:lnTo>
                  <a:lnTo>
                    <a:pt x="334693" y="4426675"/>
                  </a:lnTo>
                  <a:lnTo>
                    <a:pt x="289801" y="4403166"/>
                  </a:lnTo>
                  <a:lnTo>
                    <a:pt x="246994" y="4375960"/>
                  </a:lnTo>
                  <a:lnTo>
                    <a:pt x="206907" y="4345245"/>
                  </a:lnTo>
                  <a:lnTo>
                    <a:pt x="169741" y="4311230"/>
                  </a:lnTo>
                  <a:lnTo>
                    <a:pt x="135695" y="4274125"/>
                  </a:lnTo>
                  <a:lnTo>
                    <a:pt x="104969" y="4234139"/>
                  </a:lnTo>
                  <a:lnTo>
                    <a:pt x="77762" y="4191482"/>
                  </a:lnTo>
                  <a:lnTo>
                    <a:pt x="54376" y="4146465"/>
                  </a:lnTo>
                  <a:lnTo>
                    <a:pt x="35040" y="4099788"/>
                  </a:lnTo>
                  <a:lnTo>
                    <a:pt x="19845" y="4051711"/>
                  </a:lnTo>
                  <a:lnTo>
                    <a:pt x="8880" y="4002494"/>
                  </a:lnTo>
                  <a:lnTo>
                    <a:pt x="2235" y="3952397"/>
                  </a:lnTo>
                  <a:lnTo>
                    <a:pt x="0" y="3901681"/>
                  </a:lnTo>
                  <a:lnTo>
                    <a:pt x="368" y="579247"/>
                  </a:lnTo>
                  <a:close/>
                </a:path>
              </a:pathLst>
            </a:custGeom>
            <a:noFill/>
            <a:ln w="9359">
              <a:solidFill>
                <a:srgbClr val="e7ee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2" name="object 8"/>
          <p:cNvSpPr/>
          <p:nvPr/>
        </p:nvSpPr>
        <p:spPr>
          <a:xfrm>
            <a:off x="997920" y="2914560"/>
            <a:ext cx="2679480" cy="168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005840">
              <a:lnSpc>
                <a:spcPct val="100000"/>
              </a:lnSpc>
              <a:spcBef>
                <a:spcPts val="99"/>
              </a:spcBef>
            </a:pPr>
            <a:r>
              <a:rPr lang="en-IN" sz="1700" b="0" u="none" spc="-11" strike="noStrike">
                <a:solidFill>
                  <a:srgbClr val="111a36"/>
                </a:solidFill>
                <a:effectLst/>
                <a:uFillTx/>
                <a:latin typeface="Arial MT"/>
              </a:rPr>
              <a:t>MODEL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106560">
              <a:lnSpc>
                <a:spcPct val="100000"/>
              </a:lnSpc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Mongoose</a:t>
            </a:r>
            <a:r>
              <a:rPr lang="en-IN" sz="1350" b="0" u="none" spc="113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schemas</a:t>
            </a:r>
            <a:r>
              <a:rPr lang="en-IN" sz="1350" b="0" u="none" spc="113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define</a:t>
            </a:r>
            <a:r>
              <a:rPr lang="en-IN" sz="1350" b="0" u="none" spc="113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26" strike="noStrike">
                <a:solidFill>
                  <a:srgbClr val="222c40"/>
                </a:solidFill>
                <a:effectLst/>
                <a:uFillTx/>
                <a:latin typeface="Arial MT"/>
              </a:rPr>
              <a:t>the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data</a:t>
            </a:r>
            <a:r>
              <a:rPr lang="en-IN" sz="1350" b="0" u="none" spc="20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blueprint.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106560">
              <a:lnSpc>
                <a:spcPct val="100000"/>
              </a:lnSpc>
              <a:spcBef>
                <a:spcPts val="694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Validation,</a:t>
            </a:r>
            <a:r>
              <a:rPr lang="en-IN" sz="1350" b="0" u="none" spc="7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defaults</a:t>
            </a:r>
            <a:r>
              <a:rPr lang="en-IN" sz="1350" b="0" u="none" spc="8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and</a:t>
            </a:r>
            <a:r>
              <a:rPr lang="en-IN" sz="1350" b="0" u="none" spc="8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indexing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are</a:t>
            </a:r>
            <a:r>
              <a:rPr lang="en-IN" sz="1350" b="0" u="none" spc="54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applied</a:t>
            </a:r>
            <a:r>
              <a:rPr lang="en-IN" sz="1350" b="0" u="none" spc="54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before</a:t>
            </a:r>
            <a:r>
              <a:rPr lang="en-IN" sz="1350" b="0" u="none" spc="54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persistence.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106560">
              <a:lnSpc>
                <a:spcPct val="100000"/>
              </a:lnSpc>
              <a:spcBef>
                <a:spcPts val="700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Collections</a:t>
            </a:r>
            <a:r>
              <a:rPr lang="en-IN" sz="1350" b="0" u="none" spc="15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include</a:t>
            </a:r>
            <a:r>
              <a:rPr lang="en-IN" sz="1350" b="0" u="none" spc="15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users,</a:t>
            </a:r>
            <a:r>
              <a:rPr lang="en-IN" sz="1350" b="0" u="none" spc="15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20" strike="noStrike">
                <a:solidFill>
                  <a:srgbClr val="222c40"/>
                </a:solidFill>
                <a:effectLst/>
                <a:uFillTx/>
                <a:latin typeface="Arial MT"/>
              </a:rPr>
              <a:t>posts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and</a:t>
            </a:r>
            <a:r>
              <a:rPr lang="en-IN" sz="1350" b="0" u="none" spc="31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comments.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3" name="object 9"/>
          <p:cNvGrpSpPr/>
          <p:nvPr/>
        </p:nvGrpSpPr>
        <p:grpSpPr>
          <a:xfrm>
            <a:off x="4298040" y="1486440"/>
            <a:ext cx="3564000" cy="4569480"/>
            <a:chOff x="4298040" y="1486440"/>
            <a:chExt cx="3564000" cy="4569480"/>
          </a:xfrm>
        </p:grpSpPr>
        <p:pic>
          <p:nvPicPr>
            <p:cNvPr id="274" name="object 10"/>
            <p:cNvPicPr/>
            <p:nvPr/>
          </p:nvPicPr>
          <p:blipFill>
            <a:blip r:embed="rId2"/>
            <a:stretch/>
          </p:blipFill>
          <p:spPr>
            <a:xfrm>
              <a:off x="4298040" y="1486440"/>
              <a:ext cx="3564000" cy="4569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75" name="object 11"/>
            <p:cNvSpPr/>
            <p:nvPr/>
          </p:nvSpPr>
          <p:spPr>
            <a:xfrm>
              <a:off x="4342680" y="1508040"/>
              <a:ext cx="3475080" cy="4480920"/>
            </a:xfrm>
            <a:custGeom>
              <a:avLst/>
              <a:gdLst>
                <a:gd name="textAreaLeft" fmla="*/ 0 w 3475080"/>
                <a:gd name="textAreaRight" fmla="*/ 3475440 w 3475080"/>
                <a:gd name="textAreaTop" fmla="*/ 0 h 4480920"/>
                <a:gd name="textAreaBottom" fmla="*/ 4481280 h 4480920"/>
              </a:gdLst>
              <a:ahLst/>
              <a:cxnLst/>
              <a:rect l="textAreaLeft" t="textAreaTop" r="textAreaRight" b="textAreaBottom"/>
              <a:pathLst>
                <a:path w="3475354" h="4481195">
                  <a:moveTo>
                    <a:pt x="579602" y="0"/>
                  </a:moveTo>
                  <a:lnTo>
                    <a:pt x="528886" y="2235"/>
                  </a:lnTo>
                  <a:lnTo>
                    <a:pt x="478789" y="8880"/>
                  </a:lnTo>
                  <a:lnTo>
                    <a:pt x="429572" y="19845"/>
                  </a:lnTo>
                  <a:lnTo>
                    <a:pt x="381495" y="35040"/>
                  </a:lnTo>
                  <a:lnTo>
                    <a:pt x="334818" y="54376"/>
                  </a:lnTo>
                  <a:lnTo>
                    <a:pt x="289801" y="77762"/>
                  </a:lnTo>
                  <a:lnTo>
                    <a:pt x="247148" y="104969"/>
                  </a:lnTo>
                  <a:lnTo>
                    <a:pt x="207163" y="135695"/>
                  </a:lnTo>
                  <a:lnTo>
                    <a:pt x="170057" y="169741"/>
                  </a:lnTo>
                  <a:lnTo>
                    <a:pt x="136040" y="206907"/>
                  </a:lnTo>
                  <a:lnTo>
                    <a:pt x="105324" y="246994"/>
                  </a:lnTo>
                  <a:lnTo>
                    <a:pt x="78117" y="289801"/>
                  </a:lnTo>
                  <a:lnTo>
                    <a:pt x="54557" y="334818"/>
                  </a:lnTo>
                  <a:lnTo>
                    <a:pt x="35241" y="381324"/>
                  </a:lnTo>
                  <a:lnTo>
                    <a:pt x="20073" y="429394"/>
                  </a:lnTo>
                  <a:lnTo>
                    <a:pt x="9166" y="478605"/>
                  </a:lnTo>
                  <a:lnTo>
                    <a:pt x="2577" y="528655"/>
                  </a:lnTo>
                  <a:lnTo>
                    <a:pt x="368" y="579247"/>
                  </a:lnTo>
                  <a:lnTo>
                    <a:pt x="0" y="3901681"/>
                  </a:lnTo>
                  <a:lnTo>
                    <a:pt x="2235" y="3952397"/>
                  </a:lnTo>
                  <a:lnTo>
                    <a:pt x="8857" y="4002323"/>
                  </a:lnTo>
                  <a:lnTo>
                    <a:pt x="8880" y="4002494"/>
                  </a:lnTo>
                  <a:lnTo>
                    <a:pt x="19805" y="4051533"/>
                  </a:lnTo>
                  <a:lnTo>
                    <a:pt x="19845" y="4051711"/>
                  </a:lnTo>
                  <a:lnTo>
                    <a:pt x="34982" y="4099603"/>
                  </a:lnTo>
                  <a:lnTo>
                    <a:pt x="35040" y="4099788"/>
                  </a:lnTo>
                  <a:lnTo>
                    <a:pt x="54280" y="4146234"/>
                  </a:lnTo>
                  <a:lnTo>
                    <a:pt x="54376" y="4146465"/>
                  </a:lnTo>
                  <a:lnTo>
                    <a:pt x="77762" y="4191482"/>
                  </a:lnTo>
                  <a:lnTo>
                    <a:pt x="104969" y="4234139"/>
                  </a:lnTo>
                  <a:lnTo>
                    <a:pt x="135695" y="4274125"/>
                  </a:lnTo>
                  <a:lnTo>
                    <a:pt x="169741" y="4311230"/>
                  </a:lnTo>
                  <a:lnTo>
                    <a:pt x="206907" y="4345245"/>
                  </a:lnTo>
                  <a:lnTo>
                    <a:pt x="246994" y="4375960"/>
                  </a:lnTo>
                  <a:lnTo>
                    <a:pt x="289801" y="4403166"/>
                  </a:lnTo>
                  <a:lnTo>
                    <a:pt x="334693" y="4426675"/>
                  </a:lnTo>
                  <a:lnTo>
                    <a:pt x="381324" y="4446045"/>
                  </a:lnTo>
                  <a:lnTo>
                    <a:pt x="429394" y="4461216"/>
                  </a:lnTo>
                  <a:lnTo>
                    <a:pt x="478605" y="4472127"/>
                  </a:lnTo>
                  <a:lnTo>
                    <a:pt x="528655" y="4478717"/>
                  </a:lnTo>
                  <a:lnTo>
                    <a:pt x="579247" y="4480928"/>
                  </a:lnTo>
                  <a:lnTo>
                    <a:pt x="2895841" y="4480928"/>
                  </a:lnTo>
                  <a:lnTo>
                    <a:pt x="2945997" y="4478717"/>
                  </a:lnTo>
                  <a:lnTo>
                    <a:pt x="2946371" y="4478717"/>
                  </a:lnTo>
                  <a:lnTo>
                    <a:pt x="2996058" y="4472127"/>
                  </a:lnTo>
                  <a:lnTo>
                    <a:pt x="2996299" y="4472127"/>
                  </a:lnTo>
                  <a:lnTo>
                    <a:pt x="3045871" y="4461082"/>
                  </a:lnTo>
                  <a:lnTo>
                    <a:pt x="3093948" y="4445887"/>
                  </a:lnTo>
                  <a:lnTo>
                    <a:pt x="3140327" y="4426675"/>
                  </a:lnTo>
                  <a:lnTo>
                    <a:pt x="3185642" y="4403166"/>
                  </a:lnTo>
                  <a:lnTo>
                    <a:pt x="3228297" y="4375960"/>
                  </a:lnTo>
                  <a:lnTo>
                    <a:pt x="3268268" y="4345245"/>
                  </a:lnTo>
                  <a:lnTo>
                    <a:pt x="3305342" y="4311230"/>
                  </a:lnTo>
                  <a:lnTo>
                    <a:pt x="3339309" y="4274125"/>
                  </a:lnTo>
                  <a:lnTo>
                    <a:pt x="3370120" y="4233933"/>
                  </a:lnTo>
                  <a:lnTo>
                    <a:pt x="3397326" y="4191127"/>
                  </a:lnTo>
                  <a:lnTo>
                    <a:pt x="3420714" y="4146465"/>
                  </a:lnTo>
                  <a:lnTo>
                    <a:pt x="3420835" y="4146234"/>
                  </a:lnTo>
                  <a:lnTo>
                    <a:pt x="3440129" y="4099788"/>
                  </a:lnTo>
                  <a:lnTo>
                    <a:pt x="3440205" y="4099603"/>
                  </a:lnTo>
                  <a:lnTo>
                    <a:pt x="3455320" y="4051711"/>
                  </a:lnTo>
                  <a:lnTo>
                    <a:pt x="3455376" y="4051533"/>
                  </a:lnTo>
                  <a:lnTo>
                    <a:pt x="3466249" y="4002494"/>
                  </a:lnTo>
                  <a:lnTo>
                    <a:pt x="3466287" y="4002323"/>
                  </a:lnTo>
                  <a:lnTo>
                    <a:pt x="3472861" y="3952397"/>
                  </a:lnTo>
                  <a:lnTo>
                    <a:pt x="3475088" y="3901681"/>
                  </a:lnTo>
                  <a:lnTo>
                    <a:pt x="3475072" y="579247"/>
                  </a:lnTo>
                  <a:lnTo>
                    <a:pt x="3472853" y="528886"/>
                  </a:lnTo>
                  <a:lnTo>
                    <a:pt x="3466208" y="478789"/>
                  </a:lnTo>
                  <a:lnTo>
                    <a:pt x="3455242" y="429572"/>
                  </a:lnTo>
                  <a:lnTo>
                    <a:pt x="3440047" y="381495"/>
                  </a:lnTo>
                  <a:lnTo>
                    <a:pt x="3420712" y="334818"/>
                  </a:lnTo>
                  <a:lnTo>
                    <a:pt x="3397326" y="289801"/>
                  </a:lnTo>
                  <a:lnTo>
                    <a:pt x="3370119" y="247148"/>
                  </a:lnTo>
                  <a:lnTo>
                    <a:pt x="3339392" y="207163"/>
                  </a:lnTo>
                  <a:lnTo>
                    <a:pt x="3305346" y="170057"/>
                  </a:lnTo>
                  <a:lnTo>
                    <a:pt x="3268180" y="136040"/>
                  </a:lnTo>
                  <a:lnTo>
                    <a:pt x="3228093" y="105324"/>
                  </a:lnTo>
                  <a:lnTo>
                    <a:pt x="3185287" y="78117"/>
                  </a:lnTo>
                  <a:lnTo>
                    <a:pt x="3140394" y="54609"/>
                  </a:lnTo>
                  <a:lnTo>
                    <a:pt x="3093763" y="35241"/>
                  </a:lnTo>
                  <a:lnTo>
                    <a:pt x="3045693" y="20073"/>
                  </a:lnTo>
                  <a:lnTo>
                    <a:pt x="2996483" y="9166"/>
                  </a:lnTo>
                  <a:lnTo>
                    <a:pt x="2946432" y="2577"/>
                  </a:lnTo>
                  <a:lnTo>
                    <a:pt x="2895841" y="368"/>
                  </a:lnTo>
                  <a:lnTo>
                    <a:pt x="579602" y="0"/>
                  </a:lnTo>
                  <a:close/>
                </a:path>
              </a:pathLst>
            </a:custGeom>
            <a:solidFill>
              <a:srgbClr val="f7f9f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object 12"/>
            <p:cNvSpPr/>
            <p:nvPr/>
          </p:nvSpPr>
          <p:spPr>
            <a:xfrm>
              <a:off x="4342680" y="1508040"/>
              <a:ext cx="3475080" cy="4480920"/>
            </a:xfrm>
            <a:custGeom>
              <a:avLst/>
              <a:gdLst>
                <a:gd name="textAreaLeft" fmla="*/ 0 w 3475080"/>
                <a:gd name="textAreaRight" fmla="*/ 3475440 w 3475080"/>
                <a:gd name="textAreaTop" fmla="*/ 0 h 4480920"/>
                <a:gd name="textAreaBottom" fmla="*/ 4481280 h 4480920"/>
              </a:gdLst>
              <a:ahLst/>
              <a:cxnLst/>
              <a:rect l="textAreaLeft" t="textAreaTop" r="textAreaRight" b="textAreaBottom"/>
              <a:pathLst>
                <a:path w="3475354" h="4481195">
                  <a:moveTo>
                    <a:pt x="368" y="579247"/>
                  </a:moveTo>
                  <a:lnTo>
                    <a:pt x="2577" y="528655"/>
                  </a:lnTo>
                  <a:lnTo>
                    <a:pt x="9166" y="478605"/>
                  </a:lnTo>
                  <a:lnTo>
                    <a:pt x="20073" y="429394"/>
                  </a:lnTo>
                  <a:lnTo>
                    <a:pt x="35241" y="381324"/>
                  </a:lnTo>
                  <a:lnTo>
                    <a:pt x="54609" y="334693"/>
                  </a:lnTo>
                  <a:lnTo>
                    <a:pt x="78117" y="289801"/>
                  </a:lnTo>
                  <a:lnTo>
                    <a:pt x="105324" y="246994"/>
                  </a:lnTo>
                  <a:lnTo>
                    <a:pt x="136040" y="206907"/>
                  </a:lnTo>
                  <a:lnTo>
                    <a:pt x="170057" y="169741"/>
                  </a:lnTo>
                  <a:lnTo>
                    <a:pt x="207163" y="135695"/>
                  </a:lnTo>
                  <a:lnTo>
                    <a:pt x="247148" y="104969"/>
                  </a:lnTo>
                  <a:lnTo>
                    <a:pt x="289801" y="77762"/>
                  </a:lnTo>
                  <a:lnTo>
                    <a:pt x="334818" y="54376"/>
                  </a:lnTo>
                  <a:lnTo>
                    <a:pt x="381495" y="35040"/>
                  </a:lnTo>
                  <a:lnTo>
                    <a:pt x="429572" y="19845"/>
                  </a:lnTo>
                  <a:lnTo>
                    <a:pt x="478789" y="8880"/>
                  </a:lnTo>
                  <a:lnTo>
                    <a:pt x="528886" y="2235"/>
                  </a:lnTo>
                  <a:lnTo>
                    <a:pt x="579602" y="0"/>
                  </a:lnTo>
                  <a:lnTo>
                    <a:pt x="2895841" y="368"/>
                  </a:lnTo>
                  <a:lnTo>
                    <a:pt x="2946432" y="2577"/>
                  </a:lnTo>
                  <a:lnTo>
                    <a:pt x="2996483" y="9166"/>
                  </a:lnTo>
                  <a:lnTo>
                    <a:pt x="3045693" y="20073"/>
                  </a:lnTo>
                  <a:lnTo>
                    <a:pt x="3093763" y="35241"/>
                  </a:lnTo>
                  <a:lnTo>
                    <a:pt x="3140394" y="54609"/>
                  </a:lnTo>
                  <a:lnTo>
                    <a:pt x="3185287" y="78117"/>
                  </a:lnTo>
                  <a:lnTo>
                    <a:pt x="3228093" y="105324"/>
                  </a:lnTo>
                  <a:lnTo>
                    <a:pt x="3268180" y="136040"/>
                  </a:lnTo>
                  <a:lnTo>
                    <a:pt x="3305346" y="170057"/>
                  </a:lnTo>
                  <a:lnTo>
                    <a:pt x="3339392" y="207163"/>
                  </a:lnTo>
                  <a:lnTo>
                    <a:pt x="3370119" y="247148"/>
                  </a:lnTo>
                  <a:lnTo>
                    <a:pt x="3397326" y="289801"/>
                  </a:lnTo>
                  <a:lnTo>
                    <a:pt x="3420712" y="334818"/>
                  </a:lnTo>
                  <a:lnTo>
                    <a:pt x="3440047" y="381495"/>
                  </a:lnTo>
                  <a:lnTo>
                    <a:pt x="3455242" y="429572"/>
                  </a:lnTo>
                  <a:lnTo>
                    <a:pt x="3466208" y="478789"/>
                  </a:lnTo>
                  <a:lnTo>
                    <a:pt x="3472853" y="528886"/>
                  </a:lnTo>
                  <a:lnTo>
                    <a:pt x="3475088" y="579602"/>
                  </a:lnTo>
                  <a:lnTo>
                    <a:pt x="3475088" y="3901681"/>
                  </a:lnTo>
                  <a:lnTo>
                    <a:pt x="3472877" y="3952272"/>
                  </a:lnTo>
                  <a:lnTo>
                    <a:pt x="3466287" y="4002323"/>
                  </a:lnTo>
                  <a:lnTo>
                    <a:pt x="3455376" y="4051533"/>
                  </a:lnTo>
                  <a:lnTo>
                    <a:pt x="3440205" y="4099603"/>
                  </a:lnTo>
                  <a:lnTo>
                    <a:pt x="3420835" y="4146234"/>
                  </a:lnTo>
                  <a:lnTo>
                    <a:pt x="3397326" y="4191127"/>
                  </a:lnTo>
                  <a:lnTo>
                    <a:pt x="3370120" y="4233933"/>
                  </a:lnTo>
                  <a:lnTo>
                    <a:pt x="3339405" y="4274020"/>
                  </a:lnTo>
                  <a:lnTo>
                    <a:pt x="3305390" y="4311186"/>
                  </a:lnTo>
                  <a:lnTo>
                    <a:pt x="3268285" y="4345232"/>
                  </a:lnTo>
                  <a:lnTo>
                    <a:pt x="3228299" y="4375959"/>
                  </a:lnTo>
                  <a:lnTo>
                    <a:pt x="3185642" y="4403166"/>
                  </a:lnTo>
                  <a:lnTo>
                    <a:pt x="3140625" y="4426552"/>
                  </a:lnTo>
                  <a:lnTo>
                    <a:pt x="3093948" y="4445887"/>
                  </a:lnTo>
                  <a:lnTo>
                    <a:pt x="3045871" y="4461082"/>
                  </a:lnTo>
                  <a:lnTo>
                    <a:pt x="2996654" y="4472048"/>
                  </a:lnTo>
                  <a:lnTo>
                    <a:pt x="2946557" y="4478693"/>
                  </a:lnTo>
                  <a:lnTo>
                    <a:pt x="2895841" y="4480928"/>
                  </a:lnTo>
                  <a:lnTo>
                    <a:pt x="579247" y="4480928"/>
                  </a:lnTo>
                  <a:lnTo>
                    <a:pt x="528655" y="4478717"/>
                  </a:lnTo>
                  <a:lnTo>
                    <a:pt x="478605" y="4472127"/>
                  </a:lnTo>
                  <a:lnTo>
                    <a:pt x="429394" y="4461216"/>
                  </a:lnTo>
                  <a:lnTo>
                    <a:pt x="381324" y="4446045"/>
                  </a:lnTo>
                  <a:lnTo>
                    <a:pt x="334693" y="4426675"/>
                  </a:lnTo>
                  <a:lnTo>
                    <a:pt x="289801" y="4403166"/>
                  </a:lnTo>
                  <a:lnTo>
                    <a:pt x="246994" y="4375960"/>
                  </a:lnTo>
                  <a:lnTo>
                    <a:pt x="206907" y="4345245"/>
                  </a:lnTo>
                  <a:lnTo>
                    <a:pt x="169741" y="4311230"/>
                  </a:lnTo>
                  <a:lnTo>
                    <a:pt x="135695" y="4274125"/>
                  </a:lnTo>
                  <a:lnTo>
                    <a:pt x="104969" y="4234139"/>
                  </a:lnTo>
                  <a:lnTo>
                    <a:pt x="77762" y="4191482"/>
                  </a:lnTo>
                  <a:lnTo>
                    <a:pt x="54376" y="4146465"/>
                  </a:lnTo>
                  <a:lnTo>
                    <a:pt x="35040" y="4099788"/>
                  </a:lnTo>
                  <a:lnTo>
                    <a:pt x="19845" y="4051711"/>
                  </a:lnTo>
                  <a:lnTo>
                    <a:pt x="8880" y="4002494"/>
                  </a:lnTo>
                  <a:lnTo>
                    <a:pt x="2235" y="3952397"/>
                  </a:lnTo>
                  <a:lnTo>
                    <a:pt x="0" y="3901681"/>
                  </a:lnTo>
                  <a:lnTo>
                    <a:pt x="368" y="579247"/>
                  </a:lnTo>
                  <a:close/>
                </a:path>
              </a:pathLst>
            </a:custGeom>
            <a:noFill/>
            <a:ln w="9359">
              <a:solidFill>
                <a:srgbClr val="e7ee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7" name="object 13"/>
          <p:cNvSpPr/>
          <p:nvPr/>
        </p:nvSpPr>
        <p:spPr>
          <a:xfrm>
            <a:off x="4701240" y="3017160"/>
            <a:ext cx="278424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655200">
              <a:lnSpc>
                <a:spcPct val="100000"/>
              </a:lnSpc>
              <a:spcBef>
                <a:spcPts val="99"/>
              </a:spcBef>
            </a:pPr>
            <a:r>
              <a:rPr lang="en-IN" sz="1700" b="0" u="none" spc="-11" strike="noStrike">
                <a:solidFill>
                  <a:srgbClr val="111a36"/>
                </a:solidFill>
                <a:effectLst/>
                <a:uFillTx/>
                <a:latin typeface="Arial MT"/>
              </a:rPr>
              <a:t>CONTROLLER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9520" indent="-106560">
              <a:lnSpc>
                <a:spcPct val="100000"/>
              </a:lnSpc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Receives</a:t>
            </a:r>
            <a:r>
              <a:rPr lang="en-IN" sz="1350" b="0" u="none" spc="74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requests</a:t>
            </a:r>
            <a:r>
              <a:rPr lang="en-IN" sz="1350" b="0" u="none" spc="7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from</a:t>
            </a:r>
            <a:r>
              <a:rPr lang="en-IN" sz="1350" b="0" u="none" spc="7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routes.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106560">
              <a:lnSpc>
                <a:spcPct val="100000"/>
              </a:lnSpc>
              <a:spcBef>
                <a:spcPts val="700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Checks</a:t>
            </a:r>
            <a:r>
              <a:rPr lang="en-IN" sz="1350" b="0" u="none" spc="13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constraints</a:t>
            </a:r>
            <a:r>
              <a:rPr lang="en-IN" sz="1350" b="0" u="none" spc="13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and</a:t>
            </a:r>
            <a:r>
              <a:rPr lang="en-IN" sz="1350" b="0" u="none" spc="13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delegates workflows.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106560">
              <a:lnSpc>
                <a:spcPct val="100000"/>
              </a:lnSpc>
              <a:spcBef>
                <a:spcPts val="694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Returns</a:t>
            </a:r>
            <a:r>
              <a:rPr lang="en-IN" sz="1350" b="0" u="none" spc="130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standardized</a:t>
            </a:r>
            <a:r>
              <a:rPr lang="en-IN" sz="1350" b="0" u="none" spc="130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20" strike="noStrike">
                <a:solidFill>
                  <a:srgbClr val="222c40"/>
                </a:solidFill>
                <a:effectLst/>
                <a:uFillTx/>
                <a:latin typeface="Arial MT"/>
              </a:rPr>
              <a:t>JSON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responses.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8" name="object 14"/>
          <p:cNvGrpSpPr/>
          <p:nvPr/>
        </p:nvGrpSpPr>
        <p:grpSpPr>
          <a:xfrm>
            <a:off x="8001360" y="1486440"/>
            <a:ext cx="3564000" cy="4569480"/>
            <a:chOff x="8001360" y="1486440"/>
            <a:chExt cx="3564000" cy="4569480"/>
          </a:xfrm>
        </p:grpSpPr>
        <p:pic>
          <p:nvPicPr>
            <p:cNvPr id="279" name="object 15"/>
            <p:cNvPicPr/>
            <p:nvPr/>
          </p:nvPicPr>
          <p:blipFill>
            <a:blip r:embed="rId3"/>
            <a:stretch/>
          </p:blipFill>
          <p:spPr>
            <a:xfrm>
              <a:off x="8001360" y="1486440"/>
              <a:ext cx="3564000" cy="4569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0" name="object 16"/>
            <p:cNvSpPr/>
            <p:nvPr/>
          </p:nvSpPr>
          <p:spPr>
            <a:xfrm>
              <a:off x="8046000" y="1508040"/>
              <a:ext cx="3475080" cy="4480920"/>
            </a:xfrm>
            <a:custGeom>
              <a:avLst/>
              <a:gdLst>
                <a:gd name="textAreaLeft" fmla="*/ 0 w 3475080"/>
                <a:gd name="textAreaRight" fmla="*/ 3475440 w 3475080"/>
                <a:gd name="textAreaTop" fmla="*/ 0 h 4480920"/>
                <a:gd name="textAreaBottom" fmla="*/ 4481280 h 4480920"/>
              </a:gdLst>
              <a:ahLst/>
              <a:cxnLst/>
              <a:rect l="textAreaLeft" t="textAreaTop" r="textAreaRight" b="textAreaBottom"/>
              <a:pathLst>
                <a:path w="3475354" h="4481195">
                  <a:moveTo>
                    <a:pt x="579602" y="0"/>
                  </a:moveTo>
                  <a:lnTo>
                    <a:pt x="528886" y="2235"/>
                  </a:lnTo>
                  <a:lnTo>
                    <a:pt x="478789" y="8880"/>
                  </a:lnTo>
                  <a:lnTo>
                    <a:pt x="429572" y="19845"/>
                  </a:lnTo>
                  <a:lnTo>
                    <a:pt x="381495" y="35040"/>
                  </a:lnTo>
                  <a:lnTo>
                    <a:pt x="334818" y="54376"/>
                  </a:lnTo>
                  <a:lnTo>
                    <a:pt x="289801" y="77762"/>
                  </a:lnTo>
                  <a:lnTo>
                    <a:pt x="247148" y="104969"/>
                  </a:lnTo>
                  <a:lnTo>
                    <a:pt x="207163" y="135695"/>
                  </a:lnTo>
                  <a:lnTo>
                    <a:pt x="170057" y="169741"/>
                  </a:lnTo>
                  <a:lnTo>
                    <a:pt x="136040" y="206907"/>
                  </a:lnTo>
                  <a:lnTo>
                    <a:pt x="105324" y="246994"/>
                  </a:lnTo>
                  <a:lnTo>
                    <a:pt x="78117" y="289801"/>
                  </a:lnTo>
                  <a:lnTo>
                    <a:pt x="54557" y="334818"/>
                  </a:lnTo>
                  <a:lnTo>
                    <a:pt x="35241" y="381324"/>
                  </a:lnTo>
                  <a:lnTo>
                    <a:pt x="20073" y="429394"/>
                  </a:lnTo>
                  <a:lnTo>
                    <a:pt x="9166" y="478605"/>
                  </a:lnTo>
                  <a:lnTo>
                    <a:pt x="2577" y="528655"/>
                  </a:lnTo>
                  <a:lnTo>
                    <a:pt x="368" y="579247"/>
                  </a:lnTo>
                  <a:lnTo>
                    <a:pt x="0" y="3901681"/>
                  </a:lnTo>
                  <a:lnTo>
                    <a:pt x="2235" y="3952397"/>
                  </a:lnTo>
                  <a:lnTo>
                    <a:pt x="8857" y="4002323"/>
                  </a:lnTo>
                  <a:lnTo>
                    <a:pt x="8880" y="4002494"/>
                  </a:lnTo>
                  <a:lnTo>
                    <a:pt x="19805" y="4051533"/>
                  </a:lnTo>
                  <a:lnTo>
                    <a:pt x="19845" y="4051711"/>
                  </a:lnTo>
                  <a:lnTo>
                    <a:pt x="34982" y="4099603"/>
                  </a:lnTo>
                  <a:lnTo>
                    <a:pt x="35040" y="4099788"/>
                  </a:lnTo>
                  <a:lnTo>
                    <a:pt x="54280" y="4146234"/>
                  </a:lnTo>
                  <a:lnTo>
                    <a:pt x="54376" y="4146465"/>
                  </a:lnTo>
                  <a:lnTo>
                    <a:pt x="77762" y="4191482"/>
                  </a:lnTo>
                  <a:lnTo>
                    <a:pt x="104969" y="4234139"/>
                  </a:lnTo>
                  <a:lnTo>
                    <a:pt x="135695" y="4274125"/>
                  </a:lnTo>
                  <a:lnTo>
                    <a:pt x="169741" y="4311230"/>
                  </a:lnTo>
                  <a:lnTo>
                    <a:pt x="206907" y="4345245"/>
                  </a:lnTo>
                  <a:lnTo>
                    <a:pt x="246994" y="4375960"/>
                  </a:lnTo>
                  <a:lnTo>
                    <a:pt x="289801" y="4403166"/>
                  </a:lnTo>
                  <a:lnTo>
                    <a:pt x="334693" y="4426675"/>
                  </a:lnTo>
                  <a:lnTo>
                    <a:pt x="381324" y="4446045"/>
                  </a:lnTo>
                  <a:lnTo>
                    <a:pt x="429394" y="4461216"/>
                  </a:lnTo>
                  <a:lnTo>
                    <a:pt x="478605" y="4472127"/>
                  </a:lnTo>
                  <a:lnTo>
                    <a:pt x="528655" y="4478717"/>
                  </a:lnTo>
                  <a:lnTo>
                    <a:pt x="579247" y="4480928"/>
                  </a:lnTo>
                  <a:lnTo>
                    <a:pt x="2895841" y="4480928"/>
                  </a:lnTo>
                  <a:lnTo>
                    <a:pt x="2945997" y="4478717"/>
                  </a:lnTo>
                  <a:lnTo>
                    <a:pt x="2946371" y="4478717"/>
                  </a:lnTo>
                  <a:lnTo>
                    <a:pt x="2996058" y="4472127"/>
                  </a:lnTo>
                  <a:lnTo>
                    <a:pt x="2996299" y="4472127"/>
                  </a:lnTo>
                  <a:lnTo>
                    <a:pt x="3045871" y="4461082"/>
                  </a:lnTo>
                  <a:lnTo>
                    <a:pt x="3093948" y="4445887"/>
                  </a:lnTo>
                  <a:lnTo>
                    <a:pt x="3140327" y="4426675"/>
                  </a:lnTo>
                  <a:lnTo>
                    <a:pt x="3185642" y="4403166"/>
                  </a:lnTo>
                  <a:lnTo>
                    <a:pt x="3228297" y="4375960"/>
                  </a:lnTo>
                  <a:lnTo>
                    <a:pt x="3268268" y="4345245"/>
                  </a:lnTo>
                  <a:lnTo>
                    <a:pt x="3305342" y="4311230"/>
                  </a:lnTo>
                  <a:lnTo>
                    <a:pt x="3339309" y="4274125"/>
                  </a:lnTo>
                  <a:lnTo>
                    <a:pt x="3370120" y="4233933"/>
                  </a:lnTo>
                  <a:lnTo>
                    <a:pt x="3397326" y="4191127"/>
                  </a:lnTo>
                  <a:lnTo>
                    <a:pt x="3420714" y="4146465"/>
                  </a:lnTo>
                  <a:lnTo>
                    <a:pt x="3420835" y="4146234"/>
                  </a:lnTo>
                  <a:lnTo>
                    <a:pt x="3440129" y="4099788"/>
                  </a:lnTo>
                  <a:lnTo>
                    <a:pt x="3440205" y="4099603"/>
                  </a:lnTo>
                  <a:lnTo>
                    <a:pt x="3455320" y="4051711"/>
                  </a:lnTo>
                  <a:lnTo>
                    <a:pt x="3455376" y="4051533"/>
                  </a:lnTo>
                  <a:lnTo>
                    <a:pt x="3466249" y="4002494"/>
                  </a:lnTo>
                  <a:lnTo>
                    <a:pt x="3466287" y="4002323"/>
                  </a:lnTo>
                  <a:lnTo>
                    <a:pt x="3472861" y="3952397"/>
                  </a:lnTo>
                  <a:lnTo>
                    <a:pt x="3475088" y="3901681"/>
                  </a:lnTo>
                  <a:lnTo>
                    <a:pt x="3475072" y="579247"/>
                  </a:lnTo>
                  <a:lnTo>
                    <a:pt x="3472853" y="528886"/>
                  </a:lnTo>
                  <a:lnTo>
                    <a:pt x="3466208" y="478789"/>
                  </a:lnTo>
                  <a:lnTo>
                    <a:pt x="3455242" y="429572"/>
                  </a:lnTo>
                  <a:lnTo>
                    <a:pt x="3440047" y="381495"/>
                  </a:lnTo>
                  <a:lnTo>
                    <a:pt x="3420712" y="334818"/>
                  </a:lnTo>
                  <a:lnTo>
                    <a:pt x="3397326" y="289801"/>
                  </a:lnTo>
                  <a:lnTo>
                    <a:pt x="3370119" y="247148"/>
                  </a:lnTo>
                  <a:lnTo>
                    <a:pt x="3339392" y="207163"/>
                  </a:lnTo>
                  <a:lnTo>
                    <a:pt x="3305346" y="170057"/>
                  </a:lnTo>
                  <a:lnTo>
                    <a:pt x="3268180" y="136040"/>
                  </a:lnTo>
                  <a:lnTo>
                    <a:pt x="3228093" y="105324"/>
                  </a:lnTo>
                  <a:lnTo>
                    <a:pt x="3185286" y="78117"/>
                  </a:lnTo>
                  <a:lnTo>
                    <a:pt x="3140394" y="54609"/>
                  </a:lnTo>
                  <a:lnTo>
                    <a:pt x="3093763" y="35241"/>
                  </a:lnTo>
                  <a:lnTo>
                    <a:pt x="3045693" y="20073"/>
                  </a:lnTo>
                  <a:lnTo>
                    <a:pt x="2996483" y="9166"/>
                  </a:lnTo>
                  <a:lnTo>
                    <a:pt x="2946432" y="2577"/>
                  </a:lnTo>
                  <a:lnTo>
                    <a:pt x="2895841" y="368"/>
                  </a:lnTo>
                  <a:lnTo>
                    <a:pt x="579602" y="0"/>
                  </a:lnTo>
                  <a:close/>
                </a:path>
              </a:pathLst>
            </a:custGeom>
            <a:solidFill>
              <a:srgbClr val="f7f9f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object 17"/>
            <p:cNvSpPr/>
            <p:nvPr/>
          </p:nvSpPr>
          <p:spPr>
            <a:xfrm>
              <a:off x="8046000" y="1508040"/>
              <a:ext cx="3475080" cy="4480920"/>
            </a:xfrm>
            <a:custGeom>
              <a:avLst/>
              <a:gdLst>
                <a:gd name="textAreaLeft" fmla="*/ 0 w 3475080"/>
                <a:gd name="textAreaRight" fmla="*/ 3475440 w 3475080"/>
                <a:gd name="textAreaTop" fmla="*/ 0 h 4480920"/>
                <a:gd name="textAreaBottom" fmla="*/ 4481280 h 4480920"/>
              </a:gdLst>
              <a:ahLst/>
              <a:cxnLst/>
              <a:rect l="textAreaLeft" t="textAreaTop" r="textAreaRight" b="textAreaBottom"/>
              <a:pathLst>
                <a:path w="3475354" h="4481195">
                  <a:moveTo>
                    <a:pt x="368" y="579247"/>
                  </a:moveTo>
                  <a:lnTo>
                    <a:pt x="2577" y="528655"/>
                  </a:lnTo>
                  <a:lnTo>
                    <a:pt x="9166" y="478605"/>
                  </a:lnTo>
                  <a:lnTo>
                    <a:pt x="20073" y="429394"/>
                  </a:lnTo>
                  <a:lnTo>
                    <a:pt x="35241" y="381324"/>
                  </a:lnTo>
                  <a:lnTo>
                    <a:pt x="54609" y="334693"/>
                  </a:lnTo>
                  <a:lnTo>
                    <a:pt x="78117" y="289801"/>
                  </a:lnTo>
                  <a:lnTo>
                    <a:pt x="105324" y="246994"/>
                  </a:lnTo>
                  <a:lnTo>
                    <a:pt x="136040" y="206907"/>
                  </a:lnTo>
                  <a:lnTo>
                    <a:pt x="170057" y="169741"/>
                  </a:lnTo>
                  <a:lnTo>
                    <a:pt x="207163" y="135695"/>
                  </a:lnTo>
                  <a:lnTo>
                    <a:pt x="247148" y="104969"/>
                  </a:lnTo>
                  <a:lnTo>
                    <a:pt x="289801" y="77762"/>
                  </a:lnTo>
                  <a:lnTo>
                    <a:pt x="334818" y="54376"/>
                  </a:lnTo>
                  <a:lnTo>
                    <a:pt x="381495" y="35040"/>
                  </a:lnTo>
                  <a:lnTo>
                    <a:pt x="429572" y="19845"/>
                  </a:lnTo>
                  <a:lnTo>
                    <a:pt x="478789" y="8880"/>
                  </a:lnTo>
                  <a:lnTo>
                    <a:pt x="528886" y="2235"/>
                  </a:lnTo>
                  <a:lnTo>
                    <a:pt x="579602" y="0"/>
                  </a:lnTo>
                  <a:lnTo>
                    <a:pt x="2895841" y="368"/>
                  </a:lnTo>
                  <a:lnTo>
                    <a:pt x="2946432" y="2577"/>
                  </a:lnTo>
                  <a:lnTo>
                    <a:pt x="2996483" y="9166"/>
                  </a:lnTo>
                  <a:lnTo>
                    <a:pt x="3045693" y="20073"/>
                  </a:lnTo>
                  <a:lnTo>
                    <a:pt x="3093763" y="35241"/>
                  </a:lnTo>
                  <a:lnTo>
                    <a:pt x="3140394" y="54609"/>
                  </a:lnTo>
                  <a:lnTo>
                    <a:pt x="3185286" y="78117"/>
                  </a:lnTo>
                  <a:lnTo>
                    <a:pt x="3228093" y="105324"/>
                  </a:lnTo>
                  <a:lnTo>
                    <a:pt x="3268180" y="136040"/>
                  </a:lnTo>
                  <a:lnTo>
                    <a:pt x="3305346" y="170057"/>
                  </a:lnTo>
                  <a:lnTo>
                    <a:pt x="3339392" y="207163"/>
                  </a:lnTo>
                  <a:lnTo>
                    <a:pt x="3370119" y="247148"/>
                  </a:lnTo>
                  <a:lnTo>
                    <a:pt x="3397326" y="289801"/>
                  </a:lnTo>
                  <a:lnTo>
                    <a:pt x="3420712" y="334818"/>
                  </a:lnTo>
                  <a:lnTo>
                    <a:pt x="3440047" y="381495"/>
                  </a:lnTo>
                  <a:lnTo>
                    <a:pt x="3455242" y="429572"/>
                  </a:lnTo>
                  <a:lnTo>
                    <a:pt x="3466208" y="478789"/>
                  </a:lnTo>
                  <a:lnTo>
                    <a:pt x="3472853" y="528886"/>
                  </a:lnTo>
                  <a:lnTo>
                    <a:pt x="3475088" y="579602"/>
                  </a:lnTo>
                  <a:lnTo>
                    <a:pt x="3475088" y="3901681"/>
                  </a:lnTo>
                  <a:lnTo>
                    <a:pt x="3472877" y="3952272"/>
                  </a:lnTo>
                  <a:lnTo>
                    <a:pt x="3466287" y="4002323"/>
                  </a:lnTo>
                  <a:lnTo>
                    <a:pt x="3455376" y="4051533"/>
                  </a:lnTo>
                  <a:lnTo>
                    <a:pt x="3440205" y="4099603"/>
                  </a:lnTo>
                  <a:lnTo>
                    <a:pt x="3420835" y="4146234"/>
                  </a:lnTo>
                  <a:lnTo>
                    <a:pt x="3397326" y="4191127"/>
                  </a:lnTo>
                  <a:lnTo>
                    <a:pt x="3370120" y="4233933"/>
                  </a:lnTo>
                  <a:lnTo>
                    <a:pt x="3339405" y="4274020"/>
                  </a:lnTo>
                  <a:lnTo>
                    <a:pt x="3305390" y="4311186"/>
                  </a:lnTo>
                  <a:lnTo>
                    <a:pt x="3268285" y="4345232"/>
                  </a:lnTo>
                  <a:lnTo>
                    <a:pt x="3228299" y="4375959"/>
                  </a:lnTo>
                  <a:lnTo>
                    <a:pt x="3185642" y="4403166"/>
                  </a:lnTo>
                  <a:lnTo>
                    <a:pt x="3140625" y="4426552"/>
                  </a:lnTo>
                  <a:lnTo>
                    <a:pt x="3093948" y="4445887"/>
                  </a:lnTo>
                  <a:lnTo>
                    <a:pt x="3045871" y="4461082"/>
                  </a:lnTo>
                  <a:lnTo>
                    <a:pt x="2996654" y="4472048"/>
                  </a:lnTo>
                  <a:lnTo>
                    <a:pt x="2946557" y="4478693"/>
                  </a:lnTo>
                  <a:lnTo>
                    <a:pt x="2895841" y="4480928"/>
                  </a:lnTo>
                  <a:lnTo>
                    <a:pt x="579247" y="4480928"/>
                  </a:lnTo>
                  <a:lnTo>
                    <a:pt x="528655" y="4478717"/>
                  </a:lnTo>
                  <a:lnTo>
                    <a:pt x="478605" y="4472127"/>
                  </a:lnTo>
                  <a:lnTo>
                    <a:pt x="429394" y="4461216"/>
                  </a:lnTo>
                  <a:lnTo>
                    <a:pt x="381324" y="4446045"/>
                  </a:lnTo>
                  <a:lnTo>
                    <a:pt x="334693" y="4426675"/>
                  </a:lnTo>
                  <a:lnTo>
                    <a:pt x="289801" y="4403166"/>
                  </a:lnTo>
                  <a:lnTo>
                    <a:pt x="246994" y="4375960"/>
                  </a:lnTo>
                  <a:lnTo>
                    <a:pt x="206907" y="4345245"/>
                  </a:lnTo>
                  <a:lnTo>
                    <a:pt x="169741" y="4311230"/>
                  </a:lnTo>
                  <a:lnTo>
                    <a:pt x="135695" y="4274125"/>
                  </a:lnTo>
                  <a:lnTo>
                    <a:pt x="104969" y="4234139"/>
                  </a:lnTo>
                  <a:lnTo>
                    <a:pt x="77762" y="4191482"/>
                  </a:lnTo>
                  <a:lnTo>
                    <a:pt x="54376" y="4146465"/>
                  </a:lnTo>
                  <a:lnTo>
                    <a:pt x="35040" y="4099788"/>
                  </a:lnTo>
                  <a:lnTo>
                    <a:pt x="19845" y="4051711"/>
                  </a:lnTo>
                  <a:lnTo>
                    <a:pt x="8880" y="4002494"/>
                  </a:lnTo>
                  <a:lnTo>
                    <a:pt x="2235" y="3952397"/>
                  </a:lnTo>
                  <a:lnTo>
                    <a:pt x="0" y="3901681"/>
                  </a:lnTo>
                  <a:lnTo>
                    <a:pt x="368" y="579247"/>
                  </a:lnTo>
                  <a:close/>
                </a:path>
              </a:pathLst>
            </a:custGeom>
            <a:noFill/>
            <a:ln w="9359">
              <a:solidFill>
                <a:srgbClr val="e7ee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2" name="object 18"/>
          <p:cNvSpPr/>
          <p:nvPr/>
        </p:nvSpPr>
        <p:spPr>
          <a:xfrm>
            <a:off x="8404560" y="2914560"/>
            <a:ext cx="2699640" cy="168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533520">
              <a:lnSpc>
                <a:spcPct val="100000"/>
              </a:lnSpc>
              <a:spcBef>
                <a:spcPts val="99"/>
              </a:spcBef>
            </a:pPr>
            <a:r>
              <a:rPr lang="en-IN" sz="1700" b="0" u="none" strike="noStrike">
                <a:solidFill>
                  <a:srgbClr val="111a36"/>
                </a:solidFill>
                <a:effectLst/>
                <a:uFillTx/>
                <a:latin typeface="Arial MT"/>
              </a:rPr>
              <a:t>VIEW</a:t>
            </a:r>
            <a:r>
              <a:rPr lang="en-IN" sz="1700" b="0" u="none" spc="-20" strike="noStrike">
                <a:solidFill>
                  <a:srgbClr val="111a36"/>
                </a:solidFill>
                <a:effectLst/>
                <a:uFillTx/>
                <a:latin typeface="Arial MT"/>
              </a:rPr>
              <a:t> </a:t>
            </a:r>
            <a:r>
              <a:rPr lang="en-IN" sz="1700" b="0" u="none" strike="noStrike">
                <a:solidFill>
                  <a:srgbClr val="111a36"/>
                </a:solidFill>
                <a:effectLst/>
                <a:uFillTx/>
                <a:latin typeface="Arial MT"/>
              </a:rPr>
              <a:t>/</a:t>
            </a:r>
            <a:r>
              <a:rPr lang="en-IN" sz="1700" b="0" u="none" spc="-20" strike="noStrike">
                <a:solidFill>
                  <a:srgbClr val="111a36"/>
                </a:solidFill>
                <a:effectLst/>
                <a:uFillTx/>
                <a:latin typeface="Arial MT"/>
              </a:rPr>
              <a:t> </a:t>
            </a:r>
            <a:r>
              <a:rPr lang="en-IN" sz="1700" b="0" u="none" spc="-11" strike="noStrike">
                <a:solidFill>
                  <a:srgbClr val="111a36"/>
                </a:solidFill>
                <a:effectLst/>
                <a:uFillTx/>
                <a:latin typeface="Arial MT"/>
              </a:rPr>
              <a:t>ROUTING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106560">
              <a:lnSpc>
                <a:spcPct val="100000"/>
              </a:lnSpc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Headless</a:t>
            </a:r>
            <a:r>
              <a:rPr lang="en-IN" sz="1350" b="0" u="none" spc="7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backend:</a:t>
            </a:r>
            <a:r>
              <a:rPr lang="en-IN" sz="1350" b="0" u="none" spc="7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no</a:t>
            </a:r>
            <a:r>
              <a:rPr lang="en-IN" sz="1350" b="0" u="none" spc="8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traditional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UI</a:t>
            </a:r>
            <a:r>
              <a:rPr lang="en-IN" sz="1350" b="0" u="none" spc="-2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templates.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106560">
              <a:lnSpc>
                <a:spcPct val="100000"/>
              </a:lnSpc>
              <a:spcBef>
                <a:spcPts val="694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API</a:t>
            </a:r>
            <a:r>
              <a:rPr lang="en-IN" sz="1350" b="0" u="none" spc="9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routing</a:t>
            </a:r>
            <a:r>
              <a:rPr lang="en-IN" sz="1350" b="0" u="none" spc="10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layer</a:t>
            </a:r>
            <a:r>
              <a:rPr lang="en-IN" sz="1350" b="0" u="none" spc="10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connects</a:t>
            </a:r>
            <a:r>
              <a:rPr lang="en-IN" sz="1350" b="0" u="none" spc="10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20" strike="noStrike">
                <a:solidFill>
                  <a:srgbClr val="222c40"/>
                </a:solidFill>
                <a:effectLst/>
                <a:uFillTx/>
                <a:latin typeface="Arial MT"/>
              </a:rPr>
              <a:t>paths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to</a:t>
            </a:r>
            <a:r>
              <a:rPr lang="en-IN" sz="1350" b="0" u="none" spc="4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controllers.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106560">
              <a:lnSpc>
                <a:spcPct val="100000"/>
              </a:lnSpc>
              <a:spcBef>
                <a:spcPts val="700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Examples:</a:t>
            </a:r>
            <a:r>
              <a:rPr lang="en-IN" sz="1350" b="0" u="none" spc="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40" strike="noStrike">
                <a:solidFill>
                  <a:srgbClr val="222c40"/>
                </a:solidFill>
                <a:effectLst/>
                <a:uFillTx/>
                <a:latin typeface="Arial MT"/>
              </a:rPr>
              <a:t>GET,</a:t>
            </a:r>
            <a:r>
              <a:rPr lang="en-IN" sz="1350" b="0" u="none" spc="11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31" strike="noStrike">
                <a:solidFill>
                  <a:srgbClr val="222c40"/>
                </a:solidFill>
                <a:effectLst/>
                <a:uFillTx/>
                <a:latin typeface="Arial MT"/>
              </a:rPr>
              <a:t>POST,</a:t>
            </a:r>
            <a:r>
              <a:rPr lang="en-IN" sz="1350" b="0" u="none" spc="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PUT</a:t>
            </a:r>
            <a:r>
              <a:rPr lang="en-IN" sz="1350" b="0" u="none" spc="11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26" strike="noStrike">
                <a:solidFill>
                  <a:srgbClr val="222c40"/>
                </a:solidFill>
                <a:effectLst/>
                <a:uFillTx/>
                <a:latin typeface="Arial MT"/>
              </a:rPr>
              <a:t>and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DELETE</a:t>
            </a:r>
            <a:r>
              <a:rPr lang="en-IN" sz="1350" b="0" u="none" spc="-20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endpoints.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3" name="object 19"/>
          <p:cNvGrpSpPr/>
          <p:nvPr/>
        </p:nvGrpSpPr>
        <p:grpSpPr>
          <a:xfrm>
            <a:off x="873720" y="5606280"/>
            <a:ext cx="1451520" cy="463680"/>
            <a:chOff x="873720" y="5606280"/>
            <a:chExt cx="1451520" cy="463680"/>
          </a:xfrm>
        </p:grpSpPr>
        <p:pic>
          <p:nvPicPr>
            <p:cNvPr id="284" name="object 20"/>
            <p:cNvPicPr/>
            <p:nvPr/>
          </p:nvPicPr>
          <p:blipFill>
            <a:blip r:embed="rId4"/>
            <a:stretch/>
          </p:blipFill>
          <p:spPr>
            <a:xfrm>
              <a:off x="873720" y="5606280"/>
              <a:ext cx="1451520" cy="463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5" name="object 21"/>
            <p:cNvSpPr/>
            <p:nvPr/>
          </p:nvSpPr>
          <p:spPr>
            <a:xfrm>
              <a:off x="913680" y="5623200"/>
              <a:ext cx="1371960" cy="384480"/>
            </a:xfrm>
            <a:custGeom>
              <a:avLst/>
              <a:gdLst>
                <a:gd name="textAreaLeft" fmla="*/ 0 w 1371960"/>
                <a:gd name="textAreaRight" fmla="*/ 1372320 w 1371960"/>
                <a:gd name="textAreaTop" fmla="*/ 0 h 384480"/>
                <a:gd name="textAreaBottom" fmla="*/ 384840 h 384480"/>
              </a:gdLst>
              <a:ahLst/>
              <a:cxnLst/>
              <a:rect l="textAreaLeft" t="textAreaTop" r="textAreaRight" b="textAreaBottom"/>
              <a:pathLst>
                <a:path w="137223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1307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173d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6" name="object 22"/>
          <p:cNvSpPr/>
          <p:nvPr/>
        </p:nvSpPr>
        <p:spPr>
          <a:xfrm>
            <a:off x="1436040" y="5718960"/>
            <a:ext cx="3272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100" b="0" u="none" spc="-20" strike="noStrike">
                <a:solidFill>
                  <a:srgbClr val="f7f9fb"/>
                </a:solidFill>
                <a:effectLst/>
                <a:uFillTx/>
                <a:latin typeface="Arial MT"/>
              </a:rPr>
              <a:t>User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7" name="object 23"/>
          <p:cNvGrpSpPr/>
          <p:nvPr/>
        </p:nvGrpSpPr>
        <p:grpSpPr>
          <a:xfrm>
            <a:off x="2748240" y="5606280"/>
            <a:ext cx="1451520" cy="463680"/>
            <a:chOff x="2748240" y="5606280"/>
            <a:chExt cx="1451520" cy="463680"/>
          </a:xfrm>
        </p:grpSpPr>
        <p:pic>
          <p:nvPicPr>
            <p:cNvPr id="288" name="object 24"/>
            <p:cNvPicPr/>
            <p:nvPr/>
          </p:nvPicPr>
          <p:blipFill>
            <a:blip r:embed="rId5"/>
            <a:stretch/>
          </p:blipFill>
          <p:spPr>
            <a:xfrm>
              <a:off x="2748240" y="5606280"/>
              <a:ext cx="1451520" cy="463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9" name="object 25"/>
            <p:cNvSpPr/>
            <p:nvPr/>
          </p:nvSpPr>
          <p:spPr>
            <a:xfrm>
              <a:off x="2788200" y="5623200"/>
              <a:ext cx="1371960" cy="384480"/>
            </a:xfrm>
            <a:custGeom>
              <a:avLst/>
              <a:gdLst>
                <a:gd name="textAreaLeft" fmla="*/ 0 w 1371960"/>
                <a:gd name="textAreaRight" fmla="*/ 1372320 w 1371960"/>
                <a:gd name="textAreaTop" fmla="*/ 0 h 384480"/>
                <a:gd name="textAreaBottom" fmla="*/ 384840 h 384480"/>
              </a:gdLst>
              <a:ahLst/>
              <a:cxnLst/>
              <a:rect l="textAreaLeft" t="textAreaTop" r="textAreaRight" b="textAreaBottom"/>
              <a:pathLst>
                <a:path w="137223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6a57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0" name="object 26"/>
          <p:cNvSpPr/>
          <p:nvPr/>
        </p:nvSpPr>
        <p:spPr>
          <a:xfrm>
            <a:off x="3319200" y="5718960"/>
            <a:ext cx="3096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100" b="0" u="none" spc="-20" strike="noStrike">
                <a:solidFill>
                  <a:srgbClr val="f7f9fb"/>
                </a:solidFill>
                <a:effectLst/>
                <a:uFillTx/>
                <a:latin typeface="Arial MT"/>
              </a:rPr>
              <a:t>Post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1" name="object 27"/>
          <p:cNvGrpSpPr/>
          <p:nvPr/>
        </p:nvGrpSpPr>
        <p:grpSpPr>
          <a:xfrm>
            <a:off x="4622760" y="5606280"/>
            <a:ext cx="1451520" cy="463680"/>
            <a:chOff x="4622760" y="5606280"/>
            <a:chExt cx="1451520" cy="463680"/>
          </a:xfrm>
        </p:grpSpPr>
        <p:pic>
          <p:nvPicPr>
            <p:cNvPr id="292" name="object 28"/>
            <p:cNvPicPr/>
            <p:nvPr/>
          </p:nvPicPr>
          <p:blipFill>
            <a:blip r:embed="rId6"/>
            <a:stretch/>
          </p:blipFill>
          <p:spPr>
            <a:xfrm>
              <a:off x="4622760" y="5606280"/>
              <a:ext cx="1451520" cy="463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93" name="object 29"/>
            <p:cNvSpPr/>
            <p:nvPr/>
          </p:nvSpPr>
          <p:spPr>
            <a:xfrm>
              <a:off x="4662720" y="5623200"/>
              <a:ext cx="1371960" cy="384480"/>
            </a:xfrm>
            <a:custGeom>
              <a:avLst/>
              <a:gdLst>
                <a:gd name="textAreaLeft" fmla="*/ 0 w 1371960"/>
                <a:gd name="textAreaRight" fmla="*/ 1372320 w 1371960"/>
                <a:gd name="textAreaTop" fmla="*/ 0 h 384480"/>
                <a:gd name="textAreaBottom" fmla="*/ 384840 h 384480"/>
              </a:gdLst>
              <a:ahLst/>
              <a:cxnLst/>
              <a:rect l="textAreaLeft" t="textAreaTop" r="textAreaRight" b="textAreaBottom"/>
              <a:pathLst>
                <a:path w="137223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f199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4" name="object 30"/>
          <p:cNvSpPr/>
          <p:nvPr/>
        </p:nvSpPr>
        <p:spPr>
          <a:xfrm>
            <a:off x="5024520" y="5718960"/>
            <a:ext cx="648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100" b="0" u="none" spc="-11" strike="noStrike">
                <a:solidFill>
                  <a:srgbClr val="f7f9fb"/>
                </a:solidFill>
                <a:effectLst/>
                <a:uFillTx/>
                <a:latin typeface="Arial MT"/>
              </a:rPr>
              <a:t>Comment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5" name="object 31"/>
          <p:cNvGrpSpPr/>
          <p:nvPr/>
        </p:nvGrpSpPr>
        <p:grpSpPr>
          <a:xfrm>
            <a:off x="7274520" y="5606280"/>
            <a:ext cx="1725840" cy="463680"/>
            <a:chOff x="7274520" y="5606280"/>
            <a:chExt cx="1725840" cy="463680"/>
          </a:xfrm>
        </p:grpSpPr>
        <p:pic>
          <p:nvPicPr>
            <p:cNvPr id="296" name="object 32"/>
            <p:cNvPicPr/>
            <p:nvPr/>
          </p:nvPicPr>
          <p:blipFill>
            <a:blip r:embed="rId7"/>
            <a:stretch/>
          </p:blipFill>
          <p:spPr>
            <a:xfrm>
              <a:off x="7274520" y="5606280"/>
              <a:ext cx="1725840" cy="463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97" name="object 33"/>
            <p:cNvSpPr/>
            <p:nvPr/>
          </p:nvSpPr>
          <p:spPr>
            <a:xfrm>
              <a:off x="7314480" y="5623200"/>
              <a:ext cx="1646280" cy="384480"/>
            </a:xfrm>
            <a:custGeom>
              <a:avLst/>
              <a:gdLst>
                <a:gd name="textAreaLeft" fmla="*/ 0 w 1646280"/>
                <a:gd name="textAreaRight" fmla="*/ 1646640 w 1646280"/>
                <a:gd name="textAreaTop" fmla="*/ 0 h 384480"/>
                <a:gd name="textAreaBottom" fmla="*/ 384840 h 384480"/>
              </a:gdLst>
              <a:ahLst/>
              <a:cxnLst/>
              <a:rect l="textAreaLeft" t="textAreaTop" r="textAreaRight" b="textAreaBottom"/>
              <a:pathLst>
                <a:path w="1646554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582204" y="384479"/>
                  </a:lnTo>
                  <a:lnTo>
                    <a:pt x="1621241" y="371115"/>
                  </a:lnTo>
                  <a:lnTo>
                    <a:pt x="1644126" y="336954"/>
                  </a:lnTo>
                  <a:lnTo>
                    <a:pt x="1646288" y="320395"/>
                  </a:lnTo>
                  <a:lnTo>
                    <a:pt x="1646264" y="64071"/>
                  </a:lnTo>
                  <a:lnTo>
                    <a:pt x="1632923" y="25397"/>
                  </a:lnTo>
                  <a:lnTo>
                    <a:pt x="1598763" y="2516"/>
                  </a:lnTo>
                  <a:lnTo>
                    <a:pt x="158220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0c3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8" name="object 34"/>
          <p:cNvSpPr/>
          <p:nvPr/>
        </p:nvSpPr>
        <p:spPr>
          <a:xfrm>
            <a:off x="7826760" y="5718960"/>
            <a:ext cx="62064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1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1</a:t>
            </a:r>
            <a:r>
              <a:rPr lang="en-IN" sz="1100" b="0" u="none" spc="-11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1100" b="1" u="none" spc="-431" strike="noStrike">
                <a:solidFill>
                  <a:srgbClr val="f7f9fb"/>
                </a:solidFill>
                <a:effectLst/>
                <a:uFillTx/>
                <a:latin typeface="Tahoma"/>
              </a:rPr>
              <a:t>→</a:t>
            </a:r>
            <a:r>
              <a:rPr lang="en-IN" sz="1100" b="1" u="none" spc="-14" strike="noStrike">
                <a:solidFill>
                  <a:srgbClr val="f7f9fb"/>
                </a:solidFill>
                <a:effectLst/>
                <a:uFillTx/>
                <a:latin typeface="Tahoma"/>
              </a:rPr>
              <a:t> </a:t>
            </a:r>
            <a:r>
              <a:rPr lang="en-IN" sz="1100" b="0" u="none" spc="-20" strike="noStrike">
                <a:solidFill>
                  <a:srgbClr val="f7f9fb"/>
                </a:solidFill>
                <a:effectLst/>
                <a:uFillTx/>
                <a:latin typeface="Arial MT"/>
              </a:rPr>
              <a:t>Many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9" name="object 35"/>
          <p:cNvGrpSpPr/>
          <p:nvPr/>
        </p:nvGrpSpPr>
        <p:grpSpPr>
          <a:xfrm>
            <a:off x="9331920" y="5606280"/>
            <a:ext cx="1451520" cy="463680"/>
            <a:chOff x="9331920" y="5606280"/>
            <a:chExt cx="1451520" cy="463680"/>
          </a:xfrm>
        </p:grpSpPr>
        <p:pic>
          <p:nvPicPr>
            <p:cNvPr id="300" name="object 36"/>
            <p:cNvPicPr/>
            <p:nvPr/>
          </p:nvPicPr>
          <p:blipFill>
            <a:blip r:embed="rId8"/>
            <a:stretch/>
          </p:blipFill>
          <p:spPr>
            <a:xfrm>
              <a:off x="9331920" y="5606280"/>
              <a:ext cx="1451520" cy="463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1" name="object 37"/>
            <p:cNvSpPr/>
            <p:nvPr/>
          </p:nvSpPr>
          <p:spPr>
            <a:xfrm>
              <a:off x="9371880" y="5623200"/>
              <a:ext cx="1371960" cy="384480"/>
            </a:xfrm>
            <a:custGeom>
              <a:avLst/>
              <a:gdLst>
                <a:gd name="textAreaLeft" fmla="*/ 0 w 1371960"/>
                <a:gd name="textAreaRight" fmla="*/ 1372320 w 1371960"/>
                <a:gd name="textAreaTop" fmla="*/ 0 h 384480"/>
                <a:gd name="textAreaBottom" fmla="*/ 384840 h 384480"/>
              </a:gdLst>
              <a:ahLst/>
              <a:cxnLst/>
              <a:rect l="textAreaLeft" t="textAreaTop" r="textAreaRight" b="textAreaBottom"/>
              <a:pathLst>
                <a:path w="1372234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1307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173d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2" name="object 38"/>
          <p:cNvSpPr/>
          <p:nvPr/>
        </p:nvSpPr>
        <p:spPr>
          <a:xfrm>
            <a:off x="9861480" y="5718960"/>
            <a:ext cx="3920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100" b="0" u="none" spc="-11" strike="noStrike">
                <a:solidFill>
                  <a:srgbClr val="f7f9fb"/>
                </a:solidFill>
                <a:effectLst/>
                <a:uFillTx/>
                <a:latin typeface="Arial MT"/>
              </a:rPr>
              <a:t>Roles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ftr" idx="22"/>
          </p:nvPr>
        </p:nvSpPr>
        <p:spPr>
          <a:xfrm>
            <a:off x="735840" y="6512400"/>
            <a:ext cx="3336480" cy="160200"/>
          </a:xfrm>
          <a:prstGeom prst="rect">
            <a:avLst/>
          </a:prstGeom>
          <a:noFill/>
          <a:ln w="0">
            <a:noFill/>
          </a:ln>
        </p:spPr>
        <p:txBody>
          <a:bodyPr lIns="0" rIns="0" tIns="5760" bIns="0" anchor="t">
            <a:spAutoFit/>
          </a:bodyPr>
          <a:lstStyle>
            <a:lvl1pPr marL="1260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12600" indent="0">
              <a:lnSpc>
                <a:spcPct val="100000"/>
              </a:lnSpc>
              <a:spcBef>
                <a:spcPts val="45"/>
              </a:spcBef>
              <a:buNone/>
            </a:pP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ContentGen</a:t>
            </a:r>
            <a:r>
              <a:rPr lang="en-IN" sz="850" b="0" u="none" spc="34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/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BlogNest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•</a:t>
            </a:r>
            <a:r>
              <a:rPr lang="en-IN" sz="850" b="0" u="none" spc="45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AI-Powered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Content</a:t>
            </a:r>
            <a:r>
              <a:rPr lang="en-IN" sz="850" b="0" u="none" spc="34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Management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pc="-11" strike="noStrike">
                <a:solidFill>
                  <a:srgbClr val="e7eef7"/>
                </a:solidFill>
                <a:effectLst/>
                <a:uFillTx/>
                <a:latin typeface="Arial MT"/>
              </a:rPr>
              <a:t>System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23"/>
          </p:nvPr>
        </p:nvSpPr>
        <p:spPr>
          <a:xfrm>
            <a:off x="5128560" y="6512400"/>
            <a:ext cx="339840" cy="160200"/>
          </a:xfrm>
          <a:prstGeom prst="rect">
            <a:avLst/>
          </a:prstGeom>
          <a:noFill/>
          <a:ln w="0">
            <a:noFill/>
          </a:ln>
        </p:spPr>
        <p:txBody>
          <a:bodyPr lIns="0" rIns="0" tIns="5760" bIns="0" anchor="t">
            <a:spAutoFit/>
          </a:bodyPr>
          <a:lstStyle>
            <a:lvl1pPr marL="6336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63360" indent="0">
              <a:lnSpc>
                <a:spcPct val="100000"/>
              </a:lnSpc>
              <a:spcBef>
                <a:spcPts val="45"/>
              </a:spcBef>
              <a:buNone/>
            </a:pPr>
            <a:fld id="{9BD90CAB-C3C7-47FF-9853-AA1A5F3A57FC}" type="slidenum"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&lt;number&gt;</a:t>
            </a:fld>
            <a:r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/7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717120" y="443520"/>
            <a:ext cx="41544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IN" sz="29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AI</a:t>
            </a:r>
            <a:r>
              <a:rPr lang="en-IN" sz="2900" b="0" u="none" spc="31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9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Features</a:t>
            </a:r>
            <a:r>
              <a:rPr lang="en-IN" sz="2900" b="0" u="none" spc="31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900" b="0" u="none" spc="74" strike="noStrike">
                <a:solidFill>
                  <a:srgbClr val="f7f9fb"/>
                </a:solidFill>
                <a:effectLst/>
                <a:uFillTx/>
                <a:latin typeface="Arial MT"/>
              </a:rPr>
              <a:t>&amp;</a:t>
            </a:r>
            <a:r>
              <a:rPr lang="en-IN" sz="2900" b="0" u="none" spc="31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900" b="0" u="none" spc="40" strike="noStrike">
                <a:solidFill>
                  <a:srgbClr val="f7f9fb"/>
                </a:solidFill>
                <a:effectLst/>
                <a:uFillTx/>
                <a:latin typeface="Arial MT"/>
              </a:rPr>
              <a:t>Security</a:t>
            </a:r>
            <a:endParaRPr lang="en-IN" sz="2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6" name="object 7"/>
          <p:cNvSpPr/>
          <p:nvPr/>
        </p:nvSpPr>
        <p:spPr>
          <a:xfrm>
            <a:off x="735840" y="1056600"/>
            <a:ext cx="36640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Intelligent</a:t>
            </a:r>
            <a:r>
              <a:rPr lang="en-IN" sz="1300" b="0" u="none" spc="125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automation</a:t>
            </a:r>
            <a:r>
              <a:rPr lang="en-IN" sz="1300" b="0" u="none" spc="113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with</a:t>
            </a:r>
            <a:r>
              <a:rPr lang="en-IN" sz="1300" b="0" u="none" spc="119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protected</a:t>
            </a:r>
            <a:r>
              <a:rPr lang="en-IN" sz="1300" b="0" u="none" spc="125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API</a:t>
            </a:r>
            <a:r>
              <a:rPr lang="en-IN" sz="1300" b="0" u="none" spc="125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pc="-11" strike="noStrike">
                <a:solidFill>
                  <a:srgbClr val="e7eef7"/>
                </a:solidFill>
                <a:effectLst/>
                <a:uFillTx/>
                <a:latin typeface="Arial MT"/>
              </a:rPr>
              <a:t>access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07" name="object 2"/>
          <p:cNvGrpSpPr/>
          <p:nvPr/>
        </p:nvGrpSpPr>
        <p:grpSpPr>
          <a:xfrm>
            <a:off x="594720" y="1486800"/>
            <a:ext cx="5484240" cy="4615200"/>
            <a:chOff x="594720" y="1486800"/>
            <a:chExt cx="5484240" cy="4615200"/>
          </a:xfrm>
        </p:grpSpPr>
        <p:pic>
          <p:nvPicPr>
            <p:cNvPr id="308" name="object 3"/>
            <p:cNvPicPr/>
            <p:nvPr/>
          </p:nvPicPr>
          <p:blipFill>
            <a:blip r:embed="rId1"/>
            <a:stretch/>
          </p:blipFill>
          <p:spPr>
            <a:xfrm>
              <a:off x="594720" y="1486800"/>
              <a:ext cx="5484240" cy="4615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9" name="object 4"/>
            <p:cNvSpPr/>
            <p:nvPr/>
          </p:nvSpPr>
          <p:spPr>
            <a:xfrm>
              <a:off x="639360" y="1508400"/>
              <a:ext cx="5395320" cy="4526640"/>
            </a:xfrm>
            <a:custGeom>
              <a:avLst/>
              <a:gdLst>
                <a:gd name="textAreaLeft" fmla="*/ 0 w 5395320"/>
                <a:gd name="textAreaRight" fmla="*/ 5395680 w 5395320"/>
                <a:gd name="textAreaTop" fmla="*/ 0 h 4526640"/>
                <a:gd name="textAreaBottom" fmla="*/ 4527000 h 4526640"/>
              </a:gdLst>
              <a:ahLst/>
              <a:cxnLst/>
              <a:rect l="textAreaLeft" t="textAreaTop" r="textAreaRight" b="textAreaBottom"/>
              <a:pathLst>
                <a:path w="5395595" h="4526915">
                  <a:moveTo>
                    <a:pt x="754926" y="0"/>
                  </a:moveTo>
                  <a:lnTo>
                    <a:pt x="705372" y="1629"/>
                  </a:lnTo>
                  <a:lnTo>
                    <a:pt x="656182" y="6490"/>
                  </a:lnTo>
                  <a:lnTo>
                    <a:pt x="607515" y="14539"/>
                  </a:lnTo>
                  <a:lnTo>
                    <a:pt x="559533" y="25736"/>
                  </a:lnTo>
                  <a:lnTo>
                    <a:pt x="512395" y="40038"/>
                  </a:lnTo>
                  <a:lnTo>
                    <a:pt x="466261" y="57403"/>
                  </a:lnTo>
                  <a:lnTo>
                    <a:pt x="421292" y="77789"/>
                  </a:lnTo>
                  <a:lnTo>
                    <a:pt x="377647" y="101155"/>
                  </a:lnTo>
                  <a:lnTo>
                    <a:pt x="335526" y="127343"/>
                  </a:lnTo>
                  <a:lnTo>
                    <a:pt x="295367" y="156147"/>
                  </a:lnTo>
                  <a:lnTo>
                    <a:pt x="257277" y="187448"/>
                  </a:lnTo>
                  <a:lnTo>
                    <a:pt x="221359" y="221129"/>
                  </a:lnTo>
                  <a:lnTo>
                    <a:pt x="187720" y="257070"/>
                  </a:lnTo>
                  <a:lnTo>
                    <a:pt x="156464" y="295154"/>
                  </a:lnTo>
                  <a:lnTo>
                    <a:pt x="127697" y="335263"/>
                  </a:lnTo>
                  <a:lnTo>
                    <a:pt x="101523" y="377278"/>
                  </a:lnTo>
                  <a:lnTo>
                    <a:pt x="78158" y="421025"/>
                  </a:lnTo>
                  <a:lnTo>
                    <a:pt x="57771" y="466043"/>
                  </a:lnTo>
                  <a:lnTo>
                    <a:pt x="40406" y="512183"/>
                  </a:lnTo>
                  <a:lnTo>
                    <a:pt x="26104" y="559298"/>
                  </a:lnTo>
                  <a:lnTo>
                    <a:pt x="14908" y="607241"/>
                  </a:lnTo>
                  <a:lnTo>
                    <a:pt x="6858" y="655863"/>
                  </a:lnTo>
                  <a:lnTo>
                    <a:pt x="1997" y="705018"/>
                  </a:lnTo>
                  <a:lnTo>
                    <a:pt x="368" y="754557"/>
                  </a:lnTo>
                  <a:lnTo>
                    <a:pt x="0" y="3772077"/>
                  </a:lnTo>
                  <a:lnTo>
                    <a:pt x="1630" y="3821628"/>
                  </a:lnTo>
                  <a:lnTo>
                    <a:pt x="6492" y="3870816"/>
                  </a:lnTo>
                  <a:lnTo>
                    <a:pt x="14543" y="3919482"/>
                  </a:lnTo>
                  <a:lnTo>
                    <a:pt x="25710" y="3967327"/>
                  </a:lnTo>
                  <a:lnTo>
                    <a:pt x="39998" y="4014443"/>
                  </a:lnTo>
                  <a:lnTo>
                    <a:pt x="57355" y="4060585"/>
                  </a:lnTo>
                  <a:lnTo>
                    <a:pt x="77802" y="4105711"/>
                  </a:lnTo>
                  <a:lnTo>
                    <a:pt x="101168" y="4149356"/>
                  </a:lnTo>
                  <a:lnTo>
                    <a:pt x="127352" y="4191474"/>
                  </a:lnTo>
                  <a:lnTo>
                    <a:pt x="156045" y="4231480"/>
                  </a:lnTo>
                  <a:lnTo>
                    <a:pt x="187451" y="4269721"/>
                  </a:lnTo>
                  <a:lnTo>
                    <a:pt x="221005" y="4305506"/>
                  </a:lnTo>
                  <a:lnTo>
                    <a:pt x="257071" y="4339280"/>
                  </a:lnTo>
                  <a:lnTo>
                    <a:pt x="295154" y="4370537"/>
                  </a:lnTo>
                  <a:lnTo>
                    <a:pt x="335263" y="4399306"/>
                  </a:lnTo>
                  <a:lnTo>
                    <a:pt x="377278" y="4425480"/>
                  </a:lnTo>
                  <a:lnTo>
                    <a:pt x="421030" y="4448842"/>
                  </a:lnTo>
                  <a:lnTo>
                    <a:pt x="466050" y="4469226"/>
                  </a:lnTo>
                  <a:lnTo>
                    <a:pt x="512192" y="4486591"/>
                  </a:lnTo>
                  <a:lnTo>
                    <a:pt x="559307" y="4500894"/>
                  </a:lnTo>
                  <a:lnTo>
                    <a:pt x="607250" y="4512092"/>
                  </a:lnTo>
                  <a:lnTo>
                    <a:pt x="655870" y="4520143"/>
                  </a:lnTo>
                  <a:lnTo>
                    <a:pt x="705022" y="4525005"/>
                  </a:lnTo>
                  <a:lnTo>
                    <a:pt x="754557" y="4526635"/>
                  </a:lnTo>
                  <a:lnTo>
                    <a:pt x="4640757" y="4526635"/>
                  </a:lnTo>
                  <a:lnTo>
                    <a:pt x="4690311" y="4525005"/>
                  </a:lnTo>
                  <a:lnTo>
                    <a:pt x="4739502" y="4520143"/>
                  </a:lnTo>
                  <a:lnTo>
                    <a:pt x="4788168" y="4512092"/>
                  </a:lnTo>
                  <a:lnTo>
                    <a:pt x="4836152" y="4500894"/>
                  </a:lnTo>
                  <a:lnTo>
                    <a:pt x="4883291" y="4486591"/>
                  </a:lnTo>
                  <a:lnTo>
                    <a:pt x="4929427" y="4469226"/>
                  </a:lnTo>
                  <a:lnTo>
                    <a:pt x="4974400" y="4448842"/>
                  </a:lnTo>
                  <a:lnTo>
                    <a:pt x="5018049" y="4425480"/>
                  </a:lnTo>
                  <a:lnTo>
                    <a:pt x="5060143" y="4399306"/>
                  </a:lnTo>
                  <a:lnTo>
                    <a:pt x="5100253" y="4370537"/>
                  </a:lnTo>
                  <a:lnTo>
                    <a:pt x="5138299" y="4339280"/>
                  </a:lnTo>
                  <a:lnTo>
                    <a:pt x="5174330" y="4305506"/>
                  </a:lnTo>
                  <a:lnTo>
                    <a:pt x="5207970" y="4269565"/>
                  </a:lnTo>
                  <a:lnTo>
                    <a:pt x="5239102" y="4231630"/>
                  </a:lnTo>
                  <a:lnTo>
                    <a:pt x="5267917" y="4191474"/>
                  </a:lnTo>
                  <a:lnTo>
                    <a:pt x="5294160" y="4149356"/>
                  </a:lnTo>
                  <a:lnTo>
                    <a:pt x="5317469" y="4105711"/>
                  </a:lnTo>
                  <a:lnTo>
                    <a:pt x="5337843" y="4060740"/>
                  </a:lnTo>
                  <a:lnTo>
                    <a:pt x="5355220" y="4014605"/>
                  </a:lnTo>
                  <a:lnTo>
                    <a:pt x="5369543" y="3967465"/>
                  </a:lnTo>
                  <a:lnTo>
                    <a:pt x="5380761" y="3919482"/>
                  </a:lnTo>
                  <a:lnTo>
                    <a:pt x="5388827" y="3870816"/>
                  </a:lnTo>
                  <a:lnTo>
                    <a:pt x="5393696" y="3821628"/>
                  </a:lnTo>
                  <a:lnTo>
                    <a:pt x="5395328" y="3772077"/>
                  </a:lnTo>
                  <a:lnTo>
                    <a:pt x="5395316" y="754557"/>
                  </a:lnTo>
                  <a:lnTo>
                    <a:pt x="5393698" y="705363"/>
                  </a:lnTo>
                  <a:lnTo>
                    <a:pt x="5388836" y="656174"/>
                  </a:lnTo>
                  <a:lnTo>
                    <a:pt x="5380784" y="607508"/>
                  </a:lnTo>
                  <a:lnTo>
                    <a:pt x="5369585" y="559525"/>
                  </a:lnTo>
                  <a:lnTo>
                    <a:pt x="5355281" y="512385"/>
                  </a:lnTo>
                  <a:lnTo>
                    <a:pt x="5337913" y="466250"/>
                  </a:lnTo>
                  <a:lnTo>
                    <a:pt x="5317526" y="421279"/>
                  </a:lnTo>
                  <a:lnTo>
                    <a:pt x="5294160" y="377634"/>
                  </a:lnTo>
                  <a:lnTo>
                    <a:pt x="5267975" y="335517"/>
                  </a:lnTo>
                  <a:lnTo>
                    <a:pt x="5239175" y="295360"/>
                  </a:lnTo>
                  <a:lnTo>
                    <a:pt x="5207876" y="257269"/>
                  </a:lnTo>
                  <a:lnTo>
                    <a:pt x="5174197" y="221351"/>
                  </a:lnTo>
                  <a:lnTo>
                    <a:pt x="5138257" y="187710"/>
                  </a:lnTo>
                  <a:lnTo>
                    <a:pt x="5100173" y="156453"/>
                  </a:lnTo>
                  <a:lnTo>
                    <a:pt x="5060064" y="127684"/>
                  </a:lnTo>
                  <a:lnTo>
                    <a:pt x="5018049" y="101511"/>
                  </a:lnTo>
                  <a:lnTo>
                    <a:pt x="4974298" y="78149"/>
                  </a:lnTo>
                  <a:lnTo>
                    <a:pt x="4929277" y="57764"/>
                  </a:lnTo>
                  <a:lnTo>
                    <a:pt x="4883135" y="40399"/>
                  </a:lnTo>
                  <a:lnTo>
                    <a:pt x="4836018" y="26096"/>
                  </a:lnTo>
                  <a:lnTo>
                    <a:pt x="4788075" y="14898"/>
                  </a:lnTo>
                  <a:lnTo>
                    <a:pt x="4739452" y="6847"/>
                  </a:lnTo>
                  <a:lnTo>
                    <a:pt x="4690297" y="1985"/>
                  </a:lnTo>
                  <a:lnTo>
                    <a:pt x="4640757" y="355"/>
                  </a:lnTo>
                  <a:lnTo>
                    <a:pt x="754926" y="0"/>
                  </a:lnTo>
                  <a:close/>
                </a:path>
              </a:pathLst>
            </a:custGeom>
            <a:solidFill>
              <a:srgbClr val="f7f9f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object 5"/>
            <p:cNvSpPr/>
            <p:nvPr/>
          </p:nvSpPr>
          <p:spPr>
            <a:xfrm>
              <a:off x="639360" y="1508400"/>
              <a:ext cx="5395320" cy="4526640"/>
            </a:xfrm>
            <a:custGeom>
              <a:avLst/>
              <a:gdLst>
                <a:gd name="textAreaLeft" fmla="*/ 0 w 5395320"/>
                <a:gd name="textAreaRight" fmla="*/ 5395680 w 5395320"/>
                <a:gd name="textAreaTop" fmla="*/ 0 h 4526640"/>
                <a:gd name="textAreaBottom" fmla="*/ 4527000 h 4526640"/>
              </a:gdLst>
              <a:ahLst/>
              <a:cxnLst/>
              <a:rect l="textAreaLeft" t="textAreaTop" r="textAreaRight" b="textAreaBottom"/>
              <a:pathLst>
                <a:path w="5395595" h="4526915">
                  <a:moveTo>
                    <a:pt x="368" y="754557"/>
                  </a:moveTo>
                  <a:lnTo>
                    <a:pt x="1997" y="705018"/>
                  </a:lnTo>
                  <a:lnTo>
                    <a:pt x="6858" y="655863"/>
                  </a:lnTo>
                  <a:lnTo>
                    <a:pt x="14908" y="607241"/>
                  </a:lnTo>
                  <a:lnTo>
                    <a:pt x="26104" y="559298"/>
                  </a:lnTo>
                  <a:lnTo>
                    <a:pt x="40406" y="512183"/>
                  </a:lnTo>
                  <a:lnTo>
                    <a:pt x="57771" y="466043"/>
                  </a:lnTo>
                  <a:lnTo>
                    <a:pt x="78158" y="421025"/>
                  </a:lnTo>
                  <a:lnTo>
                    <a:pt x="101523" y="377278"/>
                  </a:lnTo>
                  <a:lnTo>
                    <a:pt x="127697" y="335263"/>
                  </a:lnTo>
                  <a:lnTo>
                    <a:pt x="156464" y="295154"/>
                  </a:lnTo>
                  <a:lnTo>
                    <a:pt x="187720" y="257070"/>
                  </a:lnTo>
                  <a:lnTo>
                    <a:pt x="221359" y="221129"/>
                  </a:lnTo>
                  <a:lnTo>
                    <a:pt x="257277" y="187448"/>
                  </a:lnTo>
                  <a:lnTo>
                    <a:pt x="295367" y="156147"/>
                  </a:lnTo>
                  <a:lnTo>
                    <a:pt x="335526" y="127343"/>
                  </a:lnTo>
                  <a:lnTo>
                    <a:pt x="377647" y="101155"/>
                  </a:lnTo>
                  <a:lnTo>
                    <a:pt x="421292" y="77789"/>
                  </a:lnTo>
                  <a:lnTo>
                    <a:pt x="466261" y="57403"/>
                  </a:lnTo>
                  <a:lnTo>
                    <a:pt x="512395" y="40038"/>
                  </a:lnTo>
                  <a:lnTo>
                    <a:pt x="559533" y="25736"/>
                  </a:lnTo>
                  <a:lnTo>
                    <a:pt x="607515" y="14539"/>
                  </a:lnTo>
                  <a:lnTo>
                    <a:pt x="656182" y="6490"/>
                  </a:lnTo>
                  <a:lnTo>
                    <a:pt x="705372" y="1629"/>
                  </a:lnTo>
                  <a:lnTo>
                    <a:pt x="754926" y="0"/>
                  </a:lnTo>
                  <a:lnTo>
                    <a:pt x="4640757" y="355"/>
                  </a:lnTo>
                  <a:lnTo>
                    <a:pt x="4690297" y="1985"/>
                  </a:lnTo>
                  <a:lnTo>
                    <a:pt x="4739452" y="6847"/>
                  </a:lnTo>
                  <a:lnTo>
                    <a:pt x="4788075" y="14898"/>
                  </a:lnTo>
                  <a:lnTo>
                    <a:pt x="4836018" y="26096"/>
                  </a:lnTo>
                  <a:lnTo>
                    <a:pt x="4883135" y="40399"/>
                  </a:lnTo>
                  <a:lnTo>
                    <a:pt x="4929277" y="57764"/>
                  </a:lnTo>
                  <a:lnTo>
                    <a:pt x="4974298" y="78149"/>
                  </a:lnTo>
                  <a:lnTo>
                    <a:pt x="5018049" y="101511"/>
                  </a:lnTo>
                  <a:lnTo>
                    <a:pt x="5060064" y="127684"/>
                  </a:lnTo>
                  <a:lnTo>
                    <a:pt x="5100173" y="156453"/>
                  </a:lnTo>
                  <a:lnTo>
                    <a:pt x="5138257" y="187710"/>
                  </a:lnTo>
                  <a:lnTo>
                    <a:pt x="5174197" y="221351"/>
                  </a:lnTo>
                  <a:lnTo>
                    <a:pt x="5207876" y="257269"/>
                  </a:lnTo>
                  <a:lnTo>
                    <a:pt x="5239175" y="295360"/>
                  </a:lnTo>
                  <a:lnTo>
                    <a:pt x="5267975" y="335517"/>
                  </a:lnTo>
                  <a:lnTo>
                    <a:pt x="5294160" y="377634"/>
                  </a:lnTo>
                  <a:lnTo>
                    <a:pt x="5317526" y="421279"/>
                  </a:lnTo>
                  <a:lnTo>
                    <a:pt x="5337913" y="466250"/>
                  </a:lnTo>
                  <a:lnTo>
                    <a:pt x="5355281" y="512385"/>
                  </a:lnTo>
                  <a:lnTo>
                    <a:pt x="5369585" y="559525"/>
                  </a:lnTo>
                  <a:lnTo>
                    <a:pt x="5380784" y="607508"/>
                  </a:lnTo>
                  <a:lnTo>
                    <a:pt x="5388836" y="656174"/>
                  </a:lnTo>
                  <a:lnTo>
                    <a:pt x="5393698" y="705363"/>
                  </a:lnTo>
                  <a:lnTo>
                    <a:pt x="5395328" y="754913"/>
                  </a:lnTo>
                  <a:lnTo>
                    <a:pt x="5395328" y="3772077"/>
                  </a:lnTo>
                  <a:lnTo>
                    <a:pt x="5393698" y="3821612"/>
                  </a:lnTo>
                  <a:lnTo>
                    <a:pt x="5388836" y="3870764"/>
                  </a:lnTo>
                  <a:lnTo>
                    <a:pt x="5380784" y="3919385"/>
                  </a:lnTo>
                  <a:lnTo>
                    <a:pt x="5369585" y="3967327"/>
                  </a:lnTo>
                  <a:lnTo>
                    <a:pt x="5355281" y="4014443"/>
                  </a:lnTo>
                  <a:lnTo>
                    <a:pt x="5337913" y="4060585"/>
                  </a:lnTo>
                  <a:lnTo>
                    <a:pt x="5317526" y="4105605"/>
                  </a:lnTo>
                  <a:lnTo>
                    <a:pt x="5294160" y="4149356"/>
                  </a:lnTo>
                  <a:lnTo>
                    <a:pt x="5267990" y="4191372"/>
                  </a:lnTo>
                  <a:lnTo>
                    <a:pt x="5239225" y="4231480"/>
                  </a:lnTo>
                  <a:lnTo>
                    <a:pt x="5207970" y="4269565"/>
                  </a:lnTo>
                  <a:lnTo>
                    <a:pt x="5174330" y="4305506"/>
                  </a:lnTo>
                  <a:lnTo>
                    <a:pt x="5138413" y="4339186"/>
                  </a:lnTo>
                  <a:lnTo>
                    <a:pt x="5100323" y="4370487"/>
                  </a:lnTo>
                  <a:lnTo>
                    <a:pt x="5060166" y="4399291"/>
                  </a:lnTo>
                  <a:lnTo>
                    <a:pt x="5018049" y="4425480"/>
                  </a:lnTo>
                  <a:lnTo>
                    <a:pt x="4974400" y="4448842"/>
                  </a:lnTo>
                  <a:lnTo>
                    <a:pt x="4929427" y="4469226"/>
                  </a:lnTo>
                  <a:lnTo>
                    <a:pt x="4883291" y="4486591"/>
                  </a:lnTo>
                  <a:lnTo>
                    <a:pt x="4836152" y="4500894"/>
                  </a:lnTo>
                  <a:lnTo>
                    <a:pt x="4788168" y="4512092"/>
                  </a:lnTo>
                  <a:lnTo>
                    <a:pt x="4739502" y="4520143"/>
                  </a:lnTo>
                  <a:lnTo>
                    <a:pt x="4690311" y="4525005"/>
                  </a:lnTo>
                  <a:lnTo>
                    <a:pt x="4640757" y="4526635"/>
                  </a:lnTo>
                  <a:lnTo>
                    <a:pt x="754557" y="4526635"/>
                  </a:lnTo>
                  <a:lnTo>
                    <a:pt x="705022" y="4525005"/>
                  </a:lnTo>
                  <a:lnTo>
                    <a:pt x="655870" y="4520143"/>
                  </a:lnTo>
                  <a:lnTo>
                    <a:pt x="607250" y="4512092"/>
                  </a:lnTo>
                  <a:lnTo>
                    <a:pt x="559307" y="4500894"/>
                  </a:lnTo>
                  <a:lnTo>
                    <a:pt x="512192" y="4486591"/>
                  </a:lnTo>
                  <a:lnTo>
                    <a:pt x="466050" y="4469226"/>
                  </a:lnTo>
                  <a:lnTo>
                    <a:pt x="421030" y="4448842"/>
                  </a:lnTo>
                  <a:lnTo>
                    <a:pt x="377278" y="4425480"/>
                  </a:lnTo>
                  <a:lnTo>
                    <a:pt x="335263" y="4399306"/>
                  </a:lnTo>
                  <a:lnTo>
                    <a:pt x="295154" y="4370537"/>
                  </a:lnTo>
                  <a:lnTo>
                    <a:pt x="257071" y="4339280"/>
                  </a:lnTo>
                  <a:lnTo>
                    <a:pt x="221130" y="4305639"/>
                  </a:lnTo>
                  <a:lnTo>
                    <a:pt x="187451" y="4269721"/>
                  </a:lnTo>
                  <a:lnTo>
                    <a:pt x="156153" y="4231630"/>
                  </a:lnTo>
                  <a:lnTo>
                    <a:pt x="127352" y="4191474"/>
                  </a:lnTo>
                  <a:lnTo>
                    <a:pt x="101168" y="4149356"/>
                  </a:lnTo>
                  <a:lnTo>
                    <a:pt x="77802" y="4105711"/>
                  </a:lnTo>
                  <a:lnTo>
                    <a:pt x="57414" y="4060740"/>
                  </a:lnTo>
                  <a:lnTo>
                    <a:pt x="40047" y="4014605"/>
                  </a:lnTo>
                  <a:lnTo>
                    <a:pt x="25742" y="3967465"/>
                  </a:lnTo>
                  <a:lnTo>
                    <a:pt x="14543" y="3919482"/>
                  </a:lnTo>
                  <a:lnTo>
                    <a:pt x="6492" y="3870816"/>
                  </a:lnTo>
                  <a:lnTo>
                    <a:pt x="1630" y="3821628"/>
                  </a:lnTo>
                  <a:lnTo>
                    <a:pt x="0" y="3772077"/>
                  </a:lnTo>
                  <a:lnTo>
                    <a:pt x="368" y="754557"/>
                  </a:lnTo>
                  <a:close/>
                </a:path>
              </a:pathLst>
            </a:custGeom>
            <a:noFill/>
            <a:ln w="9359">
              <a:solidFill>
                <a:srgbClr val="e7ee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1" name="object 8"/>
          <p:cNvSpPr/>
          <p:nvPr/>
        </p:nvSpPr>
        <p:spPr>
          <a:xfrm>
            <a:off x="2473920" y="2790360"/>
            <a:ext cx="1761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700" b="0" u="none" strike="noStrike">
                <a:solidFill>
                  <a:srgbClr val="111a36"/>
                </a:solidFill>
                <a:effectLst/>
                <a:uFillTx/>
                <a:latin typeface="Arial MT"/>
              </a:rPr>
              <a:t>AI</a:t>
            </a:r>
            <a:r>
              <a:rPr lang="en-IN" sz="1700" b="0" u="none" spc="40" strike="noStrike">
                <a:solidFill>
                  <a:srgbClr val="111a36"/>
                </a:solidFill>
                <a:effectLst/>
                <a:uFillTx/>
                <a:latin typeface="Arial MT"/>
              </a:rPr>
              <a:t> </a:t>
            </a:r>
            <a:r>
              <a:rPr lang="en-IN" sz="1700" b="0" u="none" spc="-11" strike="noStrike">
                <a:solidFill>
                  <a:srgbClr val="111a36"/>
                </a:solidFill>
                <a:effectLst/>
                <a:uFillTx/>
                <a:latin typeface="Arial MT"/>
              </a:rPr>
              <a:t>CAPABILITIES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object 9"/>
          <p:cNvSpPr/>
          <p:nvPr/>
        </p:nvSpPr>
        <p:spPr>
          <a:xfrm>
            <a:off x="1049040" y="3049560"/>
            <a:ext cx="454068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indent="106560">
              <a:lnSpc>
                <a:spcPct val="100000"/>
              </a:lnSpc>
              <a:spcBef>
                <a:spcPts val="99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AI</a:t>
            </a:r>
            <a:r>
              <a:rPr lang="en-IN" sz="1350" b="0" u="none" spc="113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Blog</a:t>
            </a:r>
            <a:r>
              <a:rPr lang="en-IN" sz="1350" b="0" u="none" spc="113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Generation:</a:t>
            </a:r>
            <a:r>
              <a:rPr lang="en-IN" sz="1350" b="0" u="none" spc="11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creates</a:t>
            </a:r>
            <a:r>
              <a:rPr lang="en-IN" sz="1350" b="0" u="none" spc="113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structured</a:t>
            </a:r>
            <a:r>
              <a:rPr lang="en-IN" sz="1350" b="0" u="none" spc="11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blog</a:t>
            </a:r>
            <a:r>
              <a:rPr lang="en-IN" sz="1350" b="0" u="none" spc="113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posts</a:t>
            </a:r>
            <a:r>
              <a:rPr lang="en-IN" sz="1350" b="0" u="none" spc="113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20" strike="noStrike">
                <a:solidFill>
                  <a:srgbClr val="222c40"/>
                </a:solidFill>
                <a:effectLst/>
                <a:uFillTx/>
                <a:latin typeface="Arial MT"/>
              </a:rPr>
              <a:t>from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high-level</a:t>
            </a:r>
            <a:r>
              <a:rPr lang="en-IN" sz="1350" b="0" u="none" spc="14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themes.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106560">
              <a:lnSpc>
                <a:spcPct val="100000"/>
              </a:lnSpc>
              <a:spcBef>
                <a:spcPts val="694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AI</a:t>
            </a:r>
            <a:r>
              <a:rPr lang="en-IN" sz="1350" b="0" u="none" spc="13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Summarization:</a:t>
            </a:r>
            <a:r>
              <a:rPr lang="en-IN" sz="1350" b="0" u="none" spc="13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converts</a:t>
            </a:r>
            <a:r>
              <a:rPr lang="en-IN" sz="1350" b="0" u="none" spc="13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long</a:t>
            </a:r>
            <a:r>
              <a:rPr lang="en-IN" sz="1350" b="0" u="none" spc="14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article</a:t>
            </a:r>
            <a:r>
              <a:rPr lang="en-IN" sz="1350" b="0" u="none" spc="13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content</a:t>
            </a:r>
            <a:r>
              <a:rPr lang="en-IN" sz="1350" b="0" u="none" spc="13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20" strike="noStrike">
                <a:solidFill>
                  <a:srgbClr val="222c40"/>
                </a:solidFill>
                <a:effectLst/>
                <a:uFillTx/>
                <a:latin typeface="Arial MT"/>
              </a:rPr>
              <a:t>into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concise</a:t>
            </a:r>
            <a:r>
              <a:rPr lang="en-IN" sz="1350" b="0" u="none" spc="170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summaries.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9520" indent="-106560">
              <a:lnSpc>
                <a:spcPts val="1621"/>
              </a:lnSpc>
              <a:spcBef>
                <a:spcPts val="694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AI</a:t>
            </a:r>
            <a:r>
              <a:rPr lang="en-IN" sz="1350" b="0" u="none" spc="113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Flow</a:t>
            </a:r>
            <a:r>
              <a:rPr lang="en-IN" sz="1350" b="0" u="none" spc="111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connects</a:t>
            </a:r>
            <a:r>
              <a:rPr lang="en-IN" sz="1350" b="0" u="none" spc="113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specialized</a:t>
            </a:r>
            <a:r>
              <a:rPr lang="en-IN" sz="1350" b="0" u="none" spc="113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endpoints</a:t>
            </a:r>
            <a:r>
              <a:rPr lang="en-IN" sz="1350" b="0" u="none" spc="113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such</a:t>
            </a:r>
            <a:r>
              <a:rPr lang="en-IN" sz="1350" b="0" u="none" spc="11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26" strike="noStrike">
                <a:solidFill>
                  <a:srgbClr val="222c40"/>
                </a:solidFill>
                <a:effectLst/>
                <a:uFillTx/>
                <a:latin typeface="Arial MT"/>
              </a:rPr>
              <a:t>as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/api/ai/generate-blog</a:t>
            </a:r>
            <a:r>
              <a:rPr lang="en-IN" sz="1350" b="0" u="none" spc="9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and</a:t>
            </a:r>
            <a:r>
              <a:rPr lang="en-IN" sz="1350" b="0" u="none" spc="10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/api/ai/summarize.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9520" indent="-106560">
              <a:lnSpc>
                <a:spcPct val="100000"/>
              </a:lnSpc>
              <a:spcBef>
                <a:spcPts val="700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Gemini</a:t>
            </a:r>
            <a:r>
              <a:rPr lang="en-IN" sz="1350" b="0" u="none" spc="9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AI</a:t>
            </a:r>
            <a:r>
              <a:rPr lang="en-IN" sz="1350" b="0" u="none" spc="9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is</a:t>
            </a:r>
            <a:r>
              <a:rPr lang="en-IN" sz="1350" b="0" u="none" spc="9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integrated</a:t>
            </a:r>
            <a:r>
              <a:rPr lang="en-IN" sz="1350" b="0" u="none" spc="9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for</a:t>
            </a:r>
            <a:r>
              <a:rPr lang="en-IN" sz="1350" b="0" u="none" spc="9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intelligent</a:t>
            </a:r>
            <a:r>
              <a:rPr lang="en-IN" sz="1350" b="0" u="none" spc="105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content</a:t>
            </a:r>
            <a:r>
              <a:rPr lang="en-IN" sz="1350" b="0" u="none" spc="9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assistance.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3" name="object 10"/>
          <p:cNvGrpSpPr/>
          <p:nvPr/>
        </p:nvGrpSpPr>
        <p:grpSpPr>
          <a:xfrm>
            <a:off x="6127200" y="1486800"/>
            <a:ext cx="5438520" cy="4615200"/>
            <a:chOff x="6127200" y="1486800"/>
            <a:chExt cx="5438520" cy="4615200"/>
          </a:xfrm>
        </p:grpSpPr>
        <p:pic>
          <p:nvPicPr>
            <p:cNvPr id="314" name="object 11"/>
            <p:cNvPicPr/>
            <p:nvPr/>
          </p:nvPicPr>
          <p:blipFill>
            <a:blip r:embed="rId2"/>
            <a:stretch/>
          </p:blipFill>
          <p:spPr>
            <a:xfrm>
              <a:off x="6127200" y="1486800"/>
              <a:ext cx="5438520" cy="4615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15" name="object 12"/>
            <p:cNvSpPr/>
            <p:nvPr/>
          </p:nvSpPr>
          <p:spPr>
            <a:xfrm>
              <a:off x="6171840" y="1508400"/>
              <a:ext cx="5349600" cy="4526640"/>
            </a:xfrm>
            <a:custGeom>
              <a:avLst/>
              <a:gdLst>
                <a:gd name="textAreaLeft" fmla="*/ 0 w 5349600"/>
                <a:gd name="textAreaRight" fmla="*/ 5349960 w 5349600"/>
                <a:gd name="textAreaTop" fmla="*/ 0 h 4526640"/>
                <a:gd name="textAreaBottom" fmla="*/ 4527000 h 4526640"/>
              </a:gdLst>
              <a:ahLst/>
              <a:cxnLst/>
              <a:rect l="textAreaLeft" t="textAreaTop" r="textAreaRight" b="textAreaBottom"/>
              <a:pathLst>
                <a:path w="5349875" h="4526915">
                  <a:moveTo>
                    <a:pt x="754913" y="0"/>
                  </a:moveTo>
                  <a:lnTo>
                    <a:pt x="705363" y="1629"/>
                  </a:lnTo>
                  <a:lnTo>
                    <a:pt x="656174" y="6490"/>
                  </a:lnTo>
                  <a:lnTo>
                    <a:pt x="607508" y="14539"/>
                  </a:lnTo>
                  <a:lnTo>
                    <a:pt x="559525" y="25736"/>
                  </a:lnTo>
                  <a:lnTo>
                    <a:pt x="512385" y="40038"/>
                  </a:lnTo>
                  <a:lnTo>
                    <a:pt x="466250" y="57403"/>
                  </a:lnTo>
                  <a:lnTo>
                    <a:pt x="421279" y="77789"/>
                  </a:lnTo>
                  <a:lnTo>
                    <a:pt x="377634" y="101155"/>
                  </a:lnTo>
                  <a:lnTo>
                    <a:pt x="335517" y="127343"/>
                  </a:lnTo>
                  <a:lnTo>
                    <a:pt x="295360" y="156147"/>
                  </a:lnTo>
                  <a:lnTo>
                    <a:pt x="257269" y="187448"/>
                  </a:lnTo>
                  <a:lnTo>
                    <a:pt x="221351" y="221129"/>
                  </a:lnTo>
                  <a:lnTo>
                    <a:pt x="187710" y="257070"/>
                  </a:lnTo>
                  <a:lnTo>
                    <a:pt x="156453" y="295154"/>
                  </a:lnTo>
                  <a:lnTo>
                    <a:pt x="127684" y="335263"/>
                  </a:lnTo>
                  <a:lnTo>
                    <a:pt x="101511" y="377278"/>
                  </a:lnTo>
                  <a:lnTo>
                    <a:pt x="78149" y="421025"/>
                  </a:lnTo>
                  <a:lnTo>
                    <a:pt x="57764" y="466043"/>
                  </a:lnTo>
                  <a:lnTo>
                    <a:pt x="40399" y="512183"/>
                  </a:lnTo>
                  <a:lnTo>
                    <a:pt x="26096" y="559298"/>
                  </a:lnTo>
                  <a:lnTo>
                    <a:pt x="14898" y="607241"/>
                  </a:lnTo>
                  <a:lnTo>
                    <a:pt x="6847" y="655863"/>
                  </a:lnTo>
                  <a:lnTo>
                    <a:pt x="1985" y="705018"/>
                  </a:lnTo>
                  <a:lnTo>
                    <a:pt x="355" y="754557"/>
                  </a:lnTo>
                  <a:lnTo>
                    <a:pt x="0" y="3772077"/>
                  </a:lnTo>
                  <a:lnTo>
                    <a:pt x="1629" y="3821628"/>
                  </a:lnTo>
                  <a:lnTo>
                    <a:pt x="6490" y="3870816"/>
                  </a:lnTo>
                  <a:lnTo>
                    <a:pt x="14539" y="3919482"/>
                  </a:lnTo>
                  <a:lnTo>
                    <a:pt x="25704" y="3967327"/>
                  </a:lnTo>
                  <a:lnTo>
                    <a:pt x="39989" y="4014443"/>
                  </a:lnTo>
                  <a:lnTo>
                    <a:pt x="57345" y="4060585"/>
                  </a:lnTo>
                  <a:lnTo>
                    <a:pt x="77789" y="4105711"/>
                  </a:lnTo>
                  <a:lnTo>
                    <a:pt x="101155" y="4149356"/>
                  </a:lnTo>
                  <a:lnTo>
                    <a:pt x="127343" y="4191474"/>
                  </a:lnTo>
                  <a:lnTo>
                    <a:pt x="156040" y="4231480"/>
                  </a:lnTo>
                  <a:lnTo>
                    <a:pt x="187448" y="4269721"/>
                  </a:lnTo>
                  <a:lnTo>
                    <a:pt x="221004" y="4305506"/>
                  </a:lnTo>
                  <a:lnTo>
                    <a:pt x="257070" y="4339280"/>
                  </a:lnTo>
                  <a:lnTo>
                    <a:pt x="295154" y="4370537"/>
                  </a:lnTo>
                  <a:lnTo>
                    <a:pt x="335263" y="4399306"/>
                  </a:lnTo>
                  <a:lnTo>
                    <a:pt x="377278" y="4425480"/>
                  </a:lnTo>
                  <a:lnTo>
                    <a:pt x="421025" y="4448842"/>
                  </a:lnTo>
                  <a:lnTo>
                    <a:pt x="466043" y="4469226"/>
                  </a:lnTo>
                  <a:lnTo>
                    <a:pt x="512183" y="4486591"/>
                  </a:lnTo>
                  <a:lnTo>
                    <a:pt x="559298" y="4500894"/>
                  </a:lnTo>
                  <a:lnTo>
                    <a:pt x="607241" y="4512092"/>
                  </a:lnTo>
                  <a:lnTo>
                    <a:pt x="655863" y="4520143"/>
                  </a:lnTo>
                  <a:lnTo>
                    <a:pt x="705018" y="4525005"/>
                  </a:lnTo>
                  <a:lnTo>
                    <a:pt x="754557" y="4526635"/>
                  </a:lnTo>
                  <a:lnTo>
                    <a:pt x="4595037" y="4526635"/>
                  </a:lnTo>
                  <a:lnTo>
                    <a:pt x="4644588" y="4525005"/>
                  </a:lnTo>
                  <a:lnTo>
                    <a:pt x="4693776" y="4520143"/>
                  </a:lnTo>
                  <a:lnTo>
                    <a:pt x="4742442" y="4512092"/>
                  </a:lnTo>
                  <a:lnTo>
                    <a:pt x="4790425" y="4500894"/>
                  </a:lnTo>
                  <a:lnTo>
                    <a:pt x="4837565" y="4486591"/>
                  </a:lnTo>
                  <a:lnTo>
                    <a:pt x="4883700" y="4469226"/>
                  </a:lnTo>
                  <a:lnTo>
                    <a:pt x="4928671" y="4448842"/>
                  </a:lnTo>
                  <a:lnTo>
                    <a:pt x="4972316" y="4425480"/>
                  </a:lnTo>
                  <a:lnTo>
                    <a:pt x="5014410" y="4399306"/>
                  </a:lnTo>
                  <a:lnTo>
                    <a:pt x="5054521" y="4370537"/>
                  </a:lnTo>
                  <a:lnTo>
                    <a:pt x="5092567" y="4339280"/>
                  </a:lnTo>
                  <a:lnTo>
                    <a:pt x="5128599" y="4305506"/>
                  </a:lnTo>
                  <a:lnTo>
                    <a:pt x="5162240" y="4269565"/>
                  </a:lnTo>
                  <a:lnTo>
                    <a:pt x="5193374" y="4231630"/>
                  </a:lnTo>
                  <a:lnTo>
                    <a:pt x="5222193" y="4191474"/>
                  </a:lnTo>
                  <a:lnTo>
                    <a:pt x="5248440" y="4149356"/>
                  </a:lnTo>
                  <a:lnTo>
                    <a:pt x="5271745" y="4105711"/>
                  </a:lnTo>
                  <a:lnTo>
                    <a:pt x="5292116" y="4060740"/>
                  </a:lnTo>
                  <a:lnTo>
                    <a:pt x="5309490" y="4014605"/>
                  </a:lnTo>
                  <a:lnTo>
                    <a:pt x="5323812" y="3967465"/>
                  </a:lnTo>
                  <a:lnTo>
                    <a:pt x="5335029" y="3919482"/>
                  </a:lnTo>
                  <a:lnTo>
                    <a:pt x="5343095" y="3870816"/>
                  </a:lnTo>
                  <a:lnTo>
                    <a:pt x="5347964" y="3821628"/>
                  </a:lnTo>
                  <a:lnTo>
                    <a:pt x="5349595" y="3772077"/>
                  </a:lnTo>
                  <a:lnTo>
                    <a:pt x="5349583" y="754557"/>
                  </a:lnTo>
                  <a:lnTo>
                    <a:pt x="5347965" y="705363"/>
                  </a:lnTo>
                  <a:lnTo>
                    <a:pt x="5343103" y="656174"/>
                  </a:lnTo>
                  <a:lnTo>
                    <a:pt x="5335052" y="607508"/>
                  </a:lnTo>
                  <a:lnTo>
                    <a:pt x="5323854" y="559525"/>
                  </a:lnTo>
                  <a:lnTo>
                    <a:pt x="5309551" y="512385"/>
                  </a:lnTo>
                  <a:lnTo>
                    <a:pt x="5292186" y="466250"/>
                  </a:lnTo>
                  <a:lnTo>
                    <a:pt x="5271802" y="421279"/>
                  </a:lnTo>
                  <a:lnTo>
                    <a:pt x="5248440" y="377634"/>
                  </a:lnTo>
                  <a:lnTo>
                    <a:pt x="5222251" y="335517"/>
                  </a:lnTo>
                  <a:lnTo>
                    <a:pt x="5193447" y="295360"/>
                  </a:lnTo>
                  <a:lnTo>
                    <a:pt x="5162146" y="257269"/>
                  </a:lnTo>
                  <a:lnTo>
                    <a:pt x="5128466" y="221351"/>
                  </a:lnTo>
                  <a:lnTo>
                    <a:pt x="5092525" y="187710"/>
                  </a:lnTo>
                  <a:lnTo>
                    <a:pt x="5054440" y="156453"/>
                  </a:lnTo>
                  <a:lnTo>
                    <a:pt x="5014332" y="127684"/>
                  </a:lnTo>
                  <a:lnTo>
                    <a:pt x="4972316" y="101511"/>
                  </a:lnTo>
                  <a:lnTo>
                    <a:pt x="4928565" y="78149"/>
                  </a:lnTo>
                  <a:lnTo>
                    <a:pt x="4883545" y="57764"/>
                  </a:lnTo>
                  <a:lnTo>
                    <a:pt x="4837403" y="40399"/>
                  </a:lnTo>
                  <a:lnTo>
                    <a:pt x="4790287" y="26096"/>
                  </a:lnTo>
                  <a:lnTo>
                    <a:pt x="4742345" y="14898"/>
                  </a:lnTo>
                  <a:lnTo>
                    <a:pt x="4693724" y="6847"/>
                  </a:lnTo>
                  <a:lnTo>
                    <a:pt x="4644572" y="1985"/>
                  </a:lnTo>
                  <a:lnTo>
                    <a:pt x="4595037" y="355"/>
                  </a:lnTo>
                  <a:lnTo>
                    <a:pt x="754913" y="0"/>
                  </a:lnTo>
                  <a:close/>
                </a:path>
              </a:pathLst>
            </a:custGeom>
            <a:solidFill>
              <a:srgbClr val="f7f9f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object 13"/>
            <p:cNvSpPr/>
            <p:nvPr/>
          </p:nvSpPr>
          <p:spPr>
            <a:xfrm>
              <a:off x="6171840" y="1508400"/>
              <a:ext cx="5349600" cy="4526640"/>
            </a:xfrm>
            <a:custGeom>
              <a:avLst/>
              <a:gdLst>
                <a:gd name="textAreaLeft" fmla="*/ 0 w 5349600"/>
                <a:gd name="textAreaRight" fmla="*/ 5349960 w 5349600"/>
                <a:gd name="textAreaTop" fmla="*/ 0 h 4526640"/>
                <a:gd name="textAreaBottom" fmla="*/ 4527000 h 4526640"/>
              </a:gdLst>
              <a:ahLst/>
              <a:cxnLst/>
              <a:rect l="textAreaLeft" t="textAreaTop" r="textAreaRight" b="textAreaBottom"/>
              <a:pathLst>
                <a:path w="5349875" h="4526915">
                  <a:moveTo>
                    <a:pt x="355" y="754557"/>
                  </a:moveTo>
                  <a:lnTo>
                    <a:pt x="1985" y="705018"/>
                  </a:lnTo>
                  <a:lnTo>
                    <a:pt x="6847" y="655863"/>
                  </a:lnTo>
                  <a:lnTo>
                    <a:pt x="14898" y="607241"/>
                  </a:lnTo>
                  <a:lnTo>
                    <a:pt x="26096" y="559298"/>
                  </a:lnTo>
                  <a:lnTo>
                    <a:pt x="40399" y="512183"/>
                  </a:lnTo>
                  <a:lnTo>
                    <a:pt x="57764" y="466043"/>
                  </a:lnTo>
                  <a:lnTo>
                    <a:pt x="78149" y="421025"/>
                  </a:lnTo>
                  <a:lnTo>
                    <a:pt x="101511" y="377278"/>
                  </a:lnTo>
                  <a:lnTo>
                    <a:pt x="127684" y="335263"/>
                  </a:lnTo>
                  <a:lnTo>
                    <a:pt x="156453" y="295154"/>
                  </a:lnTo>
                  <a:lnTo>
                    <a:pt x="187710" y="257070"/>
                  </a:lnTo>
                  <a:lnTo>
                    <a:pt x="221351" y="221129"/>
                  </a:lnTo>
                  <a:lnTo>
                    <a:pt x="257269" y="187448"/>
                  </a:lnTo>
                  <a:lnTo>
                    <a:pt x="295360" y="156147"/>
                  </a:lnTo>
                  <a:lnTo>
                    <a:pt x="335517" y="127343"/>
                  </a:lnTo>
                  <a:lnTo>
                    <a:pt x="377634" y="101155"/>
                  </a:lnTo>
                  <a:lnTo>
                    <a:pt x="421279" y="77789"/>
                  </a:lnTo>
                  <a:lnTo>
                    <a:pt x="466250" y="57403"/>
                  </a:lnTo>
                  <a:lnTo>
                    <a:pt x="512385" y="40038"/>
                  </a:lnTo>
                  <a:lnTo>
                    <a:pt x="559525" y="25736"/>
                  </a:lnTo>
                  <a:lnTo>
                    <a:pt x="607508" y="14539"/>
                  </a:lnTo>
                  <a:lnTo>
                    <a:pt x="656174" y="6490"/>
                  </a:lnTo>
                  <a:lnTo>
                    <a:pt x="705363" y="1629"/>
                  </a:lnTo>
                  <a:lnTo>
                    <a:pt x="754913" y="0"/>
                  </a:lnTo>
                  <a:lnTo>
                    <a:pt x="4595037" y="355"/>
                  </a:lnTo>
                  <a:lnTo>
                    <a:pt x="4644572" y="1985"/>
                  </a:lnTo>
                  <a:lnTo>
                    <a:pt x="4693724" y="6847"/>
                  </a:lnTo>
                  <a:lnTo>
                    <a:pt x="4742345" y="14898"/>
                  </a:lnTo>
                  <a:lnTo>
                    <a:pt x="4790287" y="26096"/>
                  </a:lnTo>
                  <a:lnTo>
                    <a:pt x="4837403" y="40399"/>
                  </a:lnTo>
                  <a:lnTo>
                    <a:pt x="4883545" y="57764"/>
                  </a:lnTo>
                  <a:lnTo>
                    <a:pt x="4928565" y="78149"/>
                  </a:lnTo>
                  <a:lnTo>
                    <a:pt x="4972316" y="101511"/>
                  </a:lnTo>
                  <a:lnTo>
                    <a:pt x="5014332" y="127684"/>
                  </a:lnTo>
                  <a:lnTo>
                    <a:pt x="5054440" y="156453"/>
                  </a:lnTo>
                  <a:lnTo>
                    <a:pt x="5092525" y="187710"/>
                  </a:lnTo>
                  <a:lnTo>
                    <a:pt x="5128466" y="221351"/>
                  </a:lnTo>
                  <a:lnTo>
                    <a:pt x="5162146" y="257269"/>
                  </a:lnTo>
                  <a:lnTo>
                    <a:pt x="5193447" y="295360"/>
                  </a:lnTo>
                  <a:lnTo>
                    <a:pt x="5222251" y="335517"/>
                  </a:lnTo>
                  <a:lnTo>
                    <a:pt x="5248440" y="377634"/>
                  </a:lnTo>
                  <a:lnTo>
                    <a:pt x="5271802" y="421279"/>
                  </a:lnTo>
                  <a:lnTo>
                    <a:pt x="5292186" y="466250"/>
                  </a:lnTo>
                  <a:lnTo>
                    <a:pt x="5309551" y="512385"/>
                  </a:lnTo>
                  <a:lnTo>
                    <a:pt x="5323854" y="559525"/>
                  </a:lnTo>
                  <a:lnTo>
                    <a:pt x="5335052" y="607508"/>
                  </a:lnTo>
                  <a:lnTo>
                    <a:pt x="5343103" y="656174"/>
                  </a:lnTo>
                  <a:lnTo>
                    <a:pt x="5347965" y="705363"/>
                  </a:lnTo>
                  <a:lnTo>
                    <a:pt x="5349595" y="754913"/>
                  </a:lnTo>
                  <a:lnTo>
                    <a:pt x="5349595" y="3772077"/>
                  </a:lnTo>
                  <a:lnTo>
                    <a:pt x="5347965" y="3821612"/>
                  </a:lnTo>
                  <a:lnTo>
                    <a:pt x="5343103" y="3870764"/>
                  </a:lnTo>
                  <a:lnTo>
                    <a:pt x="5335052" y="3919385"/>
                  </a:lnTo>
                  <a:lnTo>
                    <a:pt x="5323854" y="3967327"/>
                  </a:lnTo>
                  <a:lnTo>
                    <a:pt x="5309551" y="4014443"/>
                  </a:lnTo>
                  <a:lnTo>
                    <a:pt x="5292186" y="4060585"/>
                  </a:lnTo>
                  <a:lnTo>
                    <a:pt x="5271802" y="4105605"/>
                  </a:lnTo>
                  <a:lnTo>
                    <a:pt x="5248440" y="4149356"/>
                  </a:lnTo>
                  <a:lnTo>
                    <a:pt x="5222266" y="4191372"/>
                  </a:lnTo>
                  <a:lnTo>
                    <a:pt x="5193497" y="4231480"/>
                  </a:lnTo>
                  <a:lnTo>
                    <a:pt x="5162240" y="4269565"/>
                  </a:lnTo>
                  <a:lnTo>
                    <a:pt x="5128599" y="4305506"/>
                  </a:lnTo>
                  <a:lnTo>
                    <a:pt x="5092681" y="4339186"/>
                  </a:lnTo>
                  <a:lnTo>
                    <a:pt x="5054590" y="4370487"/>
                  </a:lnTo>
                  <a:lnTo>
                    <a:pt x="5014434" y="4399291"/>
                  </a:lnTo>
                  <a:lnTo>
                    <a:pt x="4972316" y="4425480"/>
                  </a:lnTo>
                  <a:lnTo>
                    <a:pt x="4928671" y="4448842"/>
                  </a:lnTo>
                  <a:lnTo>
                    <a:pt x="4883700" y="4469226"/>
                  </a:lnTo>
                  <a:lnTo>
                    <a:pt x="4837565" y="4486591"/>
                  </a:lnTo>
                  <a:lnTo>
                    <a:pt x="4790425" y="4500894"/>
                  </a:lnTo>
                  <a:lnTo>
                    <a:pt x="4742442" y="4512092"/>
                  </a:lnTo>
                  <a:lnTo>
                    <a:pt x="4693776" y="4520143"/>
                  </a:lnTo>
                  <a:lnTo>
                    <a:pt x="4644588" y="4525005"/>
                  </a:lnTo>
                  <a:lnTo>
                    <a:pt x="4595037" y="4526635"/>
                  </a:lnTo>
                  <a:lnTo>
                    <a:pt x="754557" y="4526635"/>
                  </a:lnTo>
                  <a:lnTo>
                    <a:pt x="705018" y="4525005"/>
                  </a:lnTo>
                  <a:lnTo>
                    <a:pt x="655863" y="4520143"/>
                  </a:lnTo>
                  <a:lnTo>
                    <a:pt x="607241" y="4512092"/>
                  </a:lnTo>
                  <a:lnTo>
                    <a:pt x="559298" y="4500894"/>
                  </a:lnTo>
                  <a:lnTo>
                    <a:pt x="512183" y="4486591"/>
                  </a:lnTo>
                  <a:lnTo>
                    <a:pt x="466043" y="4469226"/>
                  </a:lnTo>
                  <a:lnTo>
                    <a:pt x="421025" y="4448842"/>
                  </a:lnTo>
                  <a:lnTo>
                    <a:pt x="377278" y="4425480"/>
                  </a:lnTo>
                  <a:lnTo>
                    <a:pt x="335263" y="4399306"/>
                  </a:lnTo>
                  <a:lnTo>
                    <a:pt x="295154" y="4370537"/>
                  </a:lnTo>
                  <a:lnTo>
                    <a:pt x="257070" y="4339280"/>
                  </a:lnTo>
                  <a:lnTo>
                    <a:pt x="221129" y="4305639"/>
                  </a:lnTo>
                  <a:lnTo>
                    <a:pt x="187448" y="4269721"/>
                  </a:lnTo>
                  <a:lnTo>
                    <a:pt x="156147" y="4231630"/>
                  </a:lnTo>
                  <a:lnTo>
                    <a:pt x="127343" y="4191474"/>
                  </a:lnTo>
                  <a:lnTo>
                    <a:pt x="101155" y="4149356"/>
                  </a:lnTo>
                  <a:lnTo>
                    <a:pt x="77789" y="4105711"/>
                  </a:lnTo>
                  <a:lnTo>
                    <a:pt x="57403" y="4060740"/>
                  </a:lnTo>
                  <a:lnTo>
                    <a:pt x="40038" y="4014605"/>
                  </a:lnTo>
                  <a:lnTo>
                    <a:pt x="25736" y="3967465"/>
                  </a:lnTo>
                  <a:lnTo>
                    <a:pt x="14539" y="3919482"/>
                  </a:lnTo>
                  <a:lnTo>
                    <a:pt x="6490" y="3870816"/>
                  </a:lnTo>
                  <a:lnTo>
                    <a:pt x="1629" y="3821628"/>
                  </a:lnTo>
                  <a:lnTo>
                    <a:pt x="0" y="3772077"/>
                  </a:lnTo>
                  <a:lnTo>
                    <a:pt x="355" y="754557"/>
                  </a:lnTo>
                  <a:close/>
                </a:path>
              </a:pathLst>
            </a:custGeom>
            <a:noFill/>
            <a:ln w="9359">
              <a:solidFill>
                <a:srgbClr val="e7ee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7" name="object 14"/>
          <p:cNvSpPr/>
          <p:nvPr/>
        </p:nvSpPr>
        <p:spPr>
          <a:xfrm>
            <a:off x="6581520" y="2951640"/>
            <a:ext cx="4555080" cy="16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0800" algn="ctr">
              <a:lnSpc>
                <a:spcPct val="100000"/>
              </a:lnSpc>
              <a:spcBef>
                <a:spcPts val="99"/>
              </a:spcBef>
            </a:pPr>
            <a:r>
              <a:rPr lang="en-IN" sz="1700" b="0" u="none" spc="-11" strike="noStrike">
                <a:solidFill>
                  <a:srgbClr val="111a36"/>
                </a:solidFill>
                <a:effectLst/>
                <a:uFillTx/>
                <a:latin typeface="Arial MT"/>
              </a:rPr>
              <a:t>SECURITY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9520" indent="-106560">
              <a:lnSpc>
                <a:spcPct val="100000"/>
              </a:lnSpc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JWT</a:t>
            </a:r>
            <a:r>
              <a:rPr lang="en-IN" sz="1350" b="0" u="none" spc="74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for</a:t>
            </a:r>
            <a:r>
              <a:rPr lang="en-IN" sz="1350" b="0" u="none" spc="74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stateless</a:t>
            </a:r>
            <a:r>
              <a:rPr lang="en-IN" sz="1350" b="0" u="none" spc="74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authentication.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9520" indent="-106560">
              <a:lnSpc>
                <a:spcPct val="100000"/>
              </a:lnSpc>
              <a:spcBef>
                <a:spcPts val="694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Role-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based</a:t>
            </a:r>
            <a:r>
              <a:rPr lang="en-IN" sz="1350" b="0" u="none" spc="111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authorization:</a:t>
            </a:r>
            <a:r>
              <a:rPr lang="en-IN" sz="1350" b="0" u="none" spc="111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Admin,</a:t>
            </a:r>
            <a:r>
              <a:rPr lang="en-IN" sz="1350" b="0" u="none" spc="111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Editor,</a:t>
            </a:r>
            <a:r>
              <a:rPr lang="en-IN" sz="1350" b="0" u="none" spc="113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Author,</a:t>
            </a:r>
            <a:r>
              <a:rPr lang="en-IN" sz="1350" b="0" u="none" spc="111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Reader.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9520" indent="-106560">
              <a:lnSpc>
                <a:spcPct val="100000"/>
              </a:lnSpc>
              <a:spcBef>
                <a:spcPts val="700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bcrypt.js</a:t>
            </a:r>
            <a:r>
              <a:rPr lang="en-IN" sz="1350" b="0" u="none" spc="15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for</a:t>
            </a:r>
            <a:r>
              <a:rPr lang="en-IN" sz="1350" b="0" u="none" spc="15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secure</a:t>
            </a:r>
            <a:r>
              <a:rPr lang="en-IN" sz="1350" b="0" u="none" spc="15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password</a:t>
            </a:r>
            <a:r>
              <a:rPr lang="en-IN" sz="1350" b="0" u="none" spc="15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hashing.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9520" indent="-106560">
              <a:lnSpc>
                <a:spcPct val="100000"/>
              </a:lnSpc>
              <a:spcBef>
                <a:spcPts val="700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Request</a:t>
            </a:r>
            <a:r>
              <a:rPr lang="en-IN" sz="1350" b="0" u="none" spc="9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validation</a:t>
            </a:r>
            <a:r>
              <a:rPr lang="en-IN" sz="1350" b="0" u="none" spc="9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and</a:t>
            </a:r>
            <a:r>
              <a:rPr lang="en-IN" sz="1350" b="0" u="none" spc="9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input</a:t>
            </a:r>
            <a:r>
              <a:rPr lang="en-IN" sz="1350" b="0" u="none" spc="96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sanitization.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9520" indent="-106560">
              <a:lnSpc>
                <a:spcPct val="100000"/>
              </a:lnSpc>
              <a:spcBef>
                <a:spcPts val="700"/>
              </a:spcBef>
              <a:buClr>
                <a:srgbClr val="222c40"/>
              </a:buClr>
              <a:buFont typeface="Symbol" charset="2"/>
              <a:buChar char=""/>
              <a:tabLst>
                <a:tab algn="l" pos="119520"/>
              </a:tabLst>
            </a:pP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Rate</a:t>
            </a:r>
            <a:r>
              <a:rPr lang="en-IN" sz="1350" b="0" u="none" spc="113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limiting</a:t>
            </a:r>
            <a:r>
              <a:rPr lang="en-IN" sz="1350" b="0" u="none" spc="11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and</a:t>
            </a:r>
            <a:r>
              <a:rPr lang="en-IN" sz="1350" b="0" u="none" spc="113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structured</a:t>
            </a:r>
            <a:r>
              <a:rPr lang="en-IN" sz="1350" b="0" u="none" spc="11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logging</a:t>
            </a:r>
            <a:r>
              <a:rPr lang="en-IN" sz="1350" b="0" u="none" spc="119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trike="noStrike">
                <a:solidFill>
                  <a:srgbClr val="222c40"/>
                </a:solidFill>
                <a:effectLst/>
                <a:uFillTx/>
                <a:latin typeface="Arial MT"/>
              </a:rPr>
              <a:t>for</a:t>
            </a:r>
            <a:r>
              <a:rPr lang="en-IN" sz="1350" b="0" u="none" spc="113" strike="noStrike">
                <a:solidFill>
                  <a:srgbClr val="222c40"/>
                </a:solidFill>
                <a:effectLst/>
                <a:uFillTx/>
                <a:latin typeface="Arial MT"/>
              </a:rPr>
              <a:t> </a:t>
            </a:r>
            <a:r>
              <a:rPr lang="en-IN" sz="1350" b="0" u="none" spc="-11" strike="noStrike">
                <a:solidFill>
                  <a:srgbClr val="222c40"/>
                </a:solidFill>
                <a:effectLst/>
                <a:uFillTx/>
                <a:latin typeface="Arial MT"/>
              </a:rPr>
              <a:t>resilience.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ftr" idx="24"/>
          </p:nvPr>
        </p:nvSpPr>
        <p:spPr>
          <a:xfrm>
            <a:off x="735840" y="6512400"/>
            <a:ext cx="3336480" cy="160200"/>
          </a:xfrm>
          <a:prstGeom prst="rect">
            <a:avLst/>
          </a:prstGeom>
          <a:noFill/>
          <a:ln w="0">
            <a:noFill/>
          </a:ln>
        </p:spPr>
        <p:txBody>
          <a:bodyPr lIns="0" rIns="0" tIns="5760" bIns="0" anchor="t">
            <a:spAutoFit/>
          </a:bodyPr>
          <a:lstStyle>
            <a:lvl1pPr marL="1260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12600" indent="0">
              <a:lnSpc>
                <a:spcPct val="100000"/>
              </a:lnSpc>
              <a:spcBef>
                <a:spcPts val="45"/>
              </a:spcBef>
              <a:buNone/>
            </a:pP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ContentGen</a:t>
            </a:r>
            <a:r>
              <a:rPr lang="en-IN" sz="850" b="0" u="none" spc="34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/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BlogNest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•</a:t>
            </a:r>
            <a:r>
              <a:rPr lang="en-IN" sz="850" b="0" u="none" spc="45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AI-Powered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Content</a:t>
            </a:r>
            <a:r>
              <a:rPr lang="en-IN" sz="850" b="0" u="none" spc="34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Management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pc="-11" strike="noStrike">
                <a:solidFill>
                  <a:srgbClr val="e7eef7"/>
                </a:solidFill>
                <a:effectLst/>
                <a:uFillTx/>
                <a:latin typeface="Arial MT"/>
              </a:rPr>
              <a:t>System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25"/>
          </p:nvPr>
        </p:nvSpPr>
        <p:spPr>
          <a:xfrm>
            <a:off x="5128560" y="6512400"/>
            <a:ext cx="339840" cy="160200"/>
          </a:xfrm>
          <a:prstGeom prst="rect">
            <a:avLst/>
          </a:prstGeom>
          <a:noFill/>
          <a:ln w="0">
            <a:noFill/>
          </a:ln>
        </p:spPr>
        <p:txBody>
          <a:bodyPr lIns="0" rIns="0" tIns="5760" bIns="0" anchor="t">
            <a:spAutoFit/>
          </a:bodyPr>
          <a:lstStyle>
            <a:lvl1pPr marL="6336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63360" indent="0">
              <a:lnSpc>
                <a:spcPct val="100000"/>
              </a:lnSpc>
              <a:spcBef>
                <a:spcPts val="45"/>
              </a:spcBef>
              <a:buNone/>
            </a:pPr>
            <a:fld id="{30F4FA52-E2E2-4A20-B815-565E91A419C9}" type="slidenum"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&lt;number&gt;</a:t>
            </a:fld>
            <a:r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/7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717120" y="443520"/>
            <a:ext cx="41544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IN" sz="2900" b="0" u="none" spc="45" strike="noStrike">
                <a:solidFill>
                  <a:srgbClr val="f7f9fb"/>
                </a:solidFill>
                <a:effectLst/>
                <a:uFillTx/>
                <a:latin typeface="Arial MT"/>
              </a:rPr>
              <a:t>Conclusion</a:t>
            </a:r>
            <a:endParaRPr lang="en-IN" sz="2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1" name="object 3"/>
          <p:cNvSpPr/>
          <p:nvPr/>
        </p:nvSpPr>
        <p:spPr>
          <a:xfrm>
            <a:off x="735840" y="1056600"/>
            <a:ext cx="19000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What</a:t>
            </a:r>
            <a:r>
              <a:rPr lang="en-IN" sz="1300" b="0" u="none" spc="65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the</a:t>
            </a:r>
            <a:r>
              <a:rPr lang="en-IN" sz="1300" b="0" u="none" spc="54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project</a:t>
            </a:r>
            <a:r>
              <a:rPr lang="en-IN" sz="1300" b="0" u="none" spc="65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1300" b="0" u="none" spc="-11" strike="noStrike">
                <a:solidFill>
                  <a:srgbClr val="e7eef7"/>
                </a:solidFill>
                <a:effectLst/>
                <a:uFillTx/>
                <a:latin typeface="Arial MT"/>
              </a:rPr>
              <a:t>delivers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2" name="object 4"/>
          <p:cNvGrpSpPr/>
          <p:nvPr/>
        </p:nvGrpSpPr>
        <p:grpSpPr>
          <a:xfrm>
            <a:off x="599760" y="1537560"/>
            <a:ext cx="2457000" cy="2045160"/>
            <a:chOff x="599760" y="1537560"/>
            <a:chExt cx="2457000" cy="2045160"/>
          </a:xfrm>
        </p:grpSpPr>
        <p:pic>
          <p:nvPicPr>
            <p:cNvPr id="323" name="object 5"/>
            <p:cNvPicPr/>
            <p:nvPr/>
          </p:nvPicPr>
          <p:blipFill>
            <a:blip r:embed="rId1"/>
            <a:stretch/>
          </p:blipFill>
          <p:spPr>
            <a:xfrm>
              <a:off x="599760" y="1537560"/>
              <a:ext cx="2457000" cy="2045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24" name="object 6"/>
            <p:cNvSpPr/>
            <p:nvPr/>
          </p:nvSpPr>
          <p:spPr>
            <a:xfrm>
              <a:off x="639720" y="1554480"/>
              <a:ext cx="2377080" cy="1965600"/>
            </a:xfrm>
            <a:custGeom>
              <a:avLst/>
              <a:gdLst>
                <a:gd name="textAreaLeft" fmla="*/ 0 w 2377080"/>
                <a:gd name="textAreaRight" fmla="*/ 2377440 w 2377080"/>
                <a:gd name="textAreaTop" fmla="*/ 0 h 1965600"/>
                <a:gd name="textAreaBottom" fmla="*/ 1965960 h 1965600"/>
              </a:gdLst>
              <a:ahLst/>
              <a:cxnLst/>
              <a:rect l="textAreaLeft" t="textAreaTop" r="textAreaRight" b="textAreaBottom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11084" y="1722869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440" y="1637995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5" name="object 7"/>
          <p:cNvSpPr/>
          <p:nvPr/>
        </p:nvSpPr>
        <p:spPr>
          <a:xfrm>
            <a:off x="887400" y="2194920"/>
            <a:ext cx="1405440" cy="81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596880">
              <a:lnSpc>
                <a:spcPct val="100000"/>
              </a:lnSpc>
              <a:spcBef>
                <a:spcPts val="99"/>
              </a:spcBef>
            </a:pPr>
            <a:r>
              <a:rPr lang="en-IN" sz="1900" b="1" u="none" spc="-11" strike="noStrike">
                <a:solidFill>
                  <a:srgbClr val="111a36"/>
                </a:solidFill>
                <a:effectLst/>
                <a:uFillTx/>
                <a:latin typeface="Arial"/>
              </a:rPr>
              <a:t>Secure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001"/>
              </a:spcBef>
            </a:pPr>
            <a:r>
              <a:rPr lang="en-IN" sz="1250" b="0" u="none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JWT</a:t>
            </a:r>
            <a:r>
              <a:rPr lang="en-IN" sz="1250" b="0" u="none" spc="-34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250" b="0" u="none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+</a:t>
            </a:r>
            <a:r>
              <a:rPr lang="en-IN" sz="1250" b="0" u="none" spc="-11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250" b="0" u="none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role</a:t>
            </a:r>
            <a:r>
              <a:rPr lang="en-IN" sz="1250" b="0" u="none" spc="-14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250" b="0" u="none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matrix</a:t>
            </a:r>
            <a:r>
              <a:rPr lang="en-IN" sz="1250" b="0" u="none" spc="-11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250" b="0" u="none" spc="-51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+ </a:t>
            </a:r>
            <a:r>
              <a:rPr lang="en-IN" sz="1250" b="0" u="none" spc="-11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validation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6" name="object 8"/>
          <p:cNvGrpSpPr/>
          <p:nvPr/>
        </p:nvGrpSpPr>
        <p:grpSpPr>
          <a:xfrm>
            <a:off x="3434400" y="1537560"/>
            <a:ext cx="2457000" cy="2045160"/>
            <a:chOff x="3434400" y="1537560"/>
            <a:chExt cx="2457000" cy="2045160"/>
          </a:xfrm>
        </p:grpSpPr>
        <p:pic>
          <p:nvPicPr>
            <p:cNvPr id="327" name="object 9"/>
            <p:cNvPicPr/>
            <p:nvPr/>
          </p:nvPicPr>
          <p:blipFill>
            <a:blip r:embed="rId2"/>
            <a:stretch/>
          </p:blipFill>
          <p:spPr>
            <a:xfrm>
              <a:off x="3434400" y="1537560"/>
              <a:ext cx="2457000" cy="2045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28" name="object 10"/>
            <p:cNvSpPr/>
            <p:nvPr/>
          </p:nvSpPr>
          <p:spPr>
            <a:xfrm>
              <a:off x="3474360" y="1554480"/>
              <a:ext cx="2377080" cy="1965600"/>
            </a:xfrm>
            <a:custGeom>
              <a:avLst/>
              <a:gdLst>
                <a:gd name="textAreaLeft" fmla="*/ 0 w 2377080"/>
                <a:gd name="textAreaRight" fmla="*/ 2377440 w 2377080"/>
                <a:gd name="textAreaTop" fmla="*/ 0 h 1965600"/>
                <a:gd name="textAreaBottom" fmla="*/ 1965960 h 1965600"/>
              </a:gdLst>
              <a:ahLst/>
              <a:cxnLst/>
              <a:rect l="textAreaLeft" t="textAreaTop" r="textAreaRight" b="textAreaBottom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2811" y="1681268"/>
                  </a:lnTo>
                  <a:lnTo>
                    <a:pt x="11084" y="1722869"/>
                  </a:lnTo>
                  <a:lnTo>
                    <a:pt x="11156" y="1723231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440" y="1637995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9" name="object 11"/>
          <p:cNvSpPr/>
          <p:nvPr/>
        </p:nvSpPr>
        <p:spPr>
          <a:xfrm>
            <a:off x="3722040" y="2194920"/>
            <a:ext cx="1452600" cy="81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516240">
              <a:lnSpc>
                <a:spcPct val="100000"/>
              </a:lnSpc>
              <a:spcBef>
                <a:spcPts val="99"/>
              </a:spcBef>
            </a:pPr>
            <a:r>
              <a:rPr lang="en-IN" sz="1900" b="1" u="none" spc="-51" strike="noStrike">
                <a:solidFill>
                  <a:srgbClr val="111a36"/>
                </a:solidFill>
                <a:effectLst/>
                <a:uFillTx/>
                <a:latin typeface="Arial"/>
              </a:rPr>
              <a:t>Scalable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001"/>
              </a:spcBef>
            </a:pPr>
            <a:r>
              <a:rPr lang="en-IN" sz="1250" b="0" u="none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Layered</a:t>
            </a:r>
            <a:r>
              <a:rPr lang="en-IN" sz="1250" b="0" u="none" spc="-54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250" b="0" u="none" spc="-11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Node.js architecture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0" name="object 12"/>
          <p:cNvGrpSpPr/>
          <p:nvPr/>
        </p:nvGrpSpPr>
        <p:grpSpPr>
          <a:xfrm>
            <a:off x="6269040" y="1537560"/>
            <a:ext cx="2457000" cy="2045160"/>
            <a:chOff x="6269040" y="1537560"/>
            <a:chExt cx="2457000" cy="2045160"/>
          </a:xfrm>
        </p:grpSpPr>
        <p:pic>
          <p:nvPicPr>
            <p:cNvPr id="331" name="object 13"/>
            <p:cNvPicPr/>
            <p:nvPr/>
          </p:nvPicPr>
          <p:blipFill>
            <a:blip r:embed="rId3"/>
            <a:stretch/>
          </p:blipFill>
          <p:spPr>
            <a:xfrm>
              <a:off x="6269040" y="1537560"/>
              <a:ext cx="2457000" cy="2045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32" name="object 14"/>
            <p:cNvSpPr/>
            <p:nvPr/>
          </p:nvSpPr>
          <p:spPr>
            <a:xfrm>
              <a:off x="6309000" y="1554480"/>
              <a:ext cx="2377080" cy="1965600"/>
            </a:xfrm>
            <a:custGeom>
              <a:avLst/>
              <a:gdLst>
                <a:gd name="textAreaLeft" fmla="*/ 0 w 2377080"/>
                <a:gd name="textAreaRight" fmla="*/ 2377440 w 2377080"/>
                <a:gd name="textAreaTop" fmla="*/ 0 h 1965600"/>
                <a:gd name="textAreaBottom" fmla="*/ 1965960 h 1965600"/>
              </a:gdLst>
              <a:ahLst/>
              <a:cxnLst/>
              <a:rect l="textAreaLeft" t="textAreaTop" r="textAreaRight" b="textAreaBottom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2811" y="1681268"/>
                  </a:lnTo>
                  <a:lnTo>
                    <a:pt x="11084" y="1722869"/>
                  </a:lnTo>
                  <a:lnTo>
                    <a:pt x="11156" y="1723231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3" name="object 15"/>
          <p:cNvSpPr/>
          <p:nvPr/>
        </p:nvSpPr>
        <p:spPr>
          <a:xfrm>
            <a:off x="6556680" y="2194920"/>
            <a:ext cx="1505880" cy="81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462960">
              <a:lnSpc>
                <a:spcPct val="100000"/>
              </a:lnSpc>
              <a:spcBef>
                <a:spcPts val="99"/>
              </a:spcBef>
            </a:pPr>
            <a:r>
              <a:rPr lang="en-IN" sz="1900" b="1" u="none" spc="-79" strike="noStrike">
                <a:solidFill>
                  <a:srgbClr val="111a36"/>
                </a:solidFill>
                <a:effectLst/>
                <a:uFillTx/>
                <a:latin typeface="Arial"/>
              </a:rPr>
              <a:t>Intelligent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001"/>
              </a:spcBef>
            </a:pPr>
            <a:r>
              <a:rPr lang="en-IN" sz="1250" b="0" u="none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AI</a:t>
            </a:r>
            <a:r>
              <a:rPr lang="en-IN" sz="1250" b="0" u="none" spc="-45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250" b="0" u="none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generation</a:t>
            </a:r>
            <a:r>
              <a:rPr lang="en-IN" sz="1250" b="0" u="none" spc="-40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250" b="0" u="none" spc="-51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+ </a:t>
            </a:r>
            <a:r>
              <a:rPr lang="en-IN" sz="1250" b="0" u="none" spc="-11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summarization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4" name="object 16"/>
          <p:cNvGrpSpPr/>
          <p:nvPr/>
        </p:nvGrpSpPr>
        <p:grpSpPr>
          <a:xfrm>
            <a:off x="9103680" y="1537560"/>
            <a:ext cx="2457000" cy="2045160"/>
            <a:chOff x="9103680" y="1537560"/>
            <a:chExt cx="2457000" cy="2045160"/>
          </a:xfrm>
        </p:grpSpPr>
        <p:pic>
          <p:nvPicPr>
            <p:cNvPr id="335" name="object 17"/>
            <p:cNvPicPr/>
            <p:nvPr/>
          </p:nvPicPr>
          <p:blipFill>
            <a:blip r:embed="rId4"/>
            <a:stretch/>
          </p:blipFill>
          <p:spPr>
            <a:xfrm>
              <a:off x="9103680" y="1537560"/>
              <a:ext cx="2457000" cy="2045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36" name="object 18"/>
            <p:cNvSpPr/>
            <p:nvPr/>
          </p:nvSpPr>
          <p:spPr>
            <a:xfrm>
              <a:off x="9143640" y="1554480"/>
              <a:ext cx="2377080" cy="1965600"/>
            </a:xfrm>
            <a:custGeom>
              <a:avLst/>
              <a:gdLst>
                <a:gd name="textAreaLeft" fmla="*/ 0 w 2377080"/>
                <a:gd name="textAreaRight" fmla="*/ 2377440 w 2377080"/>
                <a:gd name="textAreaTop" fmla="*/ 0 h 1965600"/>
                <a:gd name="textAreaBottom" fmla="*/ 1965960 h 1965600"/>
              </a:gdLst>
              <a:ahLst/>
              <a:cxnLst/>
              <a:rect l="textAreaLeft" t="textAreaTop" r="textAreaRight" b="textAreaBottom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11084" y="1722869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7" name="object 19"/>
          <p:cNvSpPr/>
          <p:nvPr/>
        </p:nvSpPr>
        <p:spPr>
          <a:xfrm>
            <a:off x="9391320" y="2194920"/>
            <a:ext cx="1653120" cy="81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15000">
              <a:lnSpc>
                <a:spcPct val="100000"/>
              </a:lnSpc>
              <a:spcBef>
                <a:spcPts val="99"/>
              </a:spcBef>
            </a:pPr>
            <a:r>
              <a:rPr lang="en-IN" sz="1900" b="1" u="none" spc="-51" strike="noStrike">
                <a:solidFill>
                  <a:srgbClr val="111a36"/>
                </a:solidFill>
                <a:effectLst/>
                <a:uFillTx/>
                <a:latin typeface="Arial"/>
              </a:rPr>
              <a:t>Manageable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001"/>
              </a:spcBef>
            </a:pPr>
            <a:r>
              <a:rPr lang="en-IN" sz="1250" b="0" u="none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Blogs,</a:t>
            </a:r>
            <a:r>
              <a:rPr lang="en-IN" sz="1250" b="0" u="none" spc="-54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250" b="0" u="none" spc="-11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comments, </a:t>
            </a:r>
            <a:r>
              <a:rPr lang="en-IN" sz="1250" b="0" u="none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categories</a:t>
            </a:r>
            <a:r>
              <a:rPr lang="en-IN" sz="1250" b="0" u="none" spc="-31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250" b="0" u="none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&amp;</a:t>
            </a:r>
            <a:r>
              <a:rPr lang="en-IN" sz="1250" b="0" u="none" spc="-26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 </a:t>
            </a:r>
            <a:r>
              <a:rPr lang="en-IN" sz="1250" b="0" u="none" spc="-20" strike="noStrike">
                <a:solidFill>
                  <a:srgbClr val="222c40"/>
                </a:solidFill>
                <a:effectLst/>
                <a:uFillTx/>
                <a:latin typeface="Microsoft Sans Serif"/>
              </a:rPr>
              <a:t>tags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object 20"/>
          <p:cNvSpPr/>
          <p:nvPr/>
        </p:nvSpPr>
        <p:spPr>
          <a:xfrm>
            <a:off x="-53280" y="4010040"/>
            <a:ext cx="121870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240">
              <a:lnSpc>
                <a:spcPct val="100000"/>
              </a:lnSpc>
              <a:spcBef>
                <a:spcPts val="99"/>
              </a:spcBef>
            </a:pPr>
            <a:r>
              <a:rPr lang="en-IN" sz="20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odern</a:t>
            </a:r>
            <a:r>
              <a:rPr lang="en-IN" sz="2000" b="0" u="none" spc="156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0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REST</a:t>
            </a:r>
            <a:r>
              <a:rPr lang="en-IN" sz="2000" b="0" u="none" spc="159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0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API,</a:t>
            </a:r>
            <a:r>
              <a:rPr lang="en-IN" sz="2000" b="0" u="none" spc="159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0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MongoDB-backed</a:t>
            </a:r>
            <a:r>
              <a:rPr lang="en-IN" sz="2000" b="0" u="none" spc="159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0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data</a:t>
            </a:r>
            <a:r>
              <a:rPr lang="en-IN" sz="2000" b="0" u="none" spc="159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0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management,</a:t>
            </a:r>
            <a:r>
              <a:rPr lang="en-IN" sz="2000" b="0" u="none" spc="159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0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role-based</a:t>
            </a:r>
            <a:r>
              <a:rPr lang="en-IN" sz="2000" b="0" u="none" spc="159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0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security</a:t>
            </a:r>
            <a:r>
              <a:rPr lang="en-IN" sz="2000" b="0" u="none" spc="159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0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and</a:t>
            </a:r>
            <a:r>
              <a:rPr lang="en-IN" sz="2000" b="0" u="none" spc="156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0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Generative</a:t>
            </a:r>
            <a:r>
              <a:rPr lang="en-IN" sz="2000" b="0" u="none" spc="159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0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AI</a:t>
            </a:r>
            <a:r>
              <a:rPr lang="en-IN" sz="2000" b="0" u="none" spc="159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0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to</a:t>
            </a:r>
            <a:r>
              <a:rPr lang="en-IN" sz="2000" b="0" u="none" spc="159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0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create</a:t>
            </a:r>
            <a:r>
              <a:rPr lang="en-IN" sz="2000" b="0" u="none" spc="159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2000" b="0" u="none" spc="-51" strike="noStrike">
                <a:solidFill>
                  <a:srgbClr val="f7f9fb"/>
                </a:solidFill>
                <a:effectLst/>
                <a:uFillTx/>
                <a:latin typeface="Arial MT"/>
              </a:rPr>
              <a:t>a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9" name="object 21"/>
          <p:cNvGrpSpPr/>
          <p:nvPr/>
        </p:nvGrpSpPr>
        <p:grpSpPr>
          <a:xfrm>
            <a:off x="4439880" y="5423400"/>
            <a:ext cx="3188880" cy="463680"/>
            <a:chOff x="4439880" y="5423400"/>
            <a:chExt cx="3188880" cy="463680"/>
          </a:xfrm>
        </p:grpSpPr>
        <p:pic>
          <p:nvPicPr>
            <p:cNvPr id="340" name="object 22"/>
            <p:cNvPicPr/>
            <p:nvPr/>
          </p:nvPicPr>
          <p:blipFill>
            <a:blip r:embed="rId5"/>
            <a:stretch/>
          </p:blipFill>
          <p:spPr>
            <a:xfrm>
              <a:off x="4439880" y="5423400"/>
              <a:ext cx="3188880" cy="463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41" name="object 23"/>
            <p:cNvSpPr/>
            <p:nvPr/>
          </p:nvSpPr>
          <p:spPr>
            <a:xfrm>
              <a:off x="4479840" y="5440320"/>
              <a:ext cx="3109320" cy="384480"/>
            </a:xfrm>
            <a:custGeom>
              <a:avLst/>
              <a:gdLst>
                <a:gd name="textAreaLeft" fmla="*/ 0 w 3109320"/>
                <a:gd name="textAreaRight" fmla="*/ 3109680 w 3109320"/>
                <a:gd name="textAreaTop" fmla="*/ 0 h 384480"/>
                <a:gd name="textAreaBottom" fmla="*/ 384840 h 384480"/>
              </a:gdLst>
              <a:ahLst/>
              <a:cxnLst/>
              <a:rect l="textAreaLeft" t="textAreaTop" r="textAreaRight" b="textAreaBottom"/>
              <a:pathLst>
                <a:path w="310959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3045244" y="384479"/>
                  </a:lnTo>
                  <a:lnTo>
                    <a:pt x="3084281" y="371115"/>
                  </a:lnTo>
                  <a:lnTo>
                    <a:pt x="3107166" y="336954"/>
                  </a:lnTo>
                  <a:lnTo>
                    <a:pt x="3109328" y="320395"/>
                  </a:lnTo>
                  <a:lnTo>
                    <a:pt x="3109304" y="64071"/>
                  </a:lnTo>
                  <a:lnTo>
                    <a:pt x="3095963" y="25397"/>
                  </a:lnTo>
                  <a:lnTo>
                    <a:pt x="3061803" y="2516"/>
                  </a:lnTo>
                  <a:lnTo>
                    <a:pt x="304524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0c3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42" name="object 24"/>
          <p:cNvSpPr/>
          <p:nvPr/>
        </p:nvSpPr>
        <p:spPr>
          <a:xfrm>
            <a:off x="5611320" y="5536080"/>
            <a:ext cx="8452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100" b="0" u="none" strike="noStrike">
                <a:solidFill>
                  <a:srgbClr val="f7f9fb"/>
                </a:solidFill>
                <a:effectLst/>
                <a:uFillTx/>
                <a:latin typeface="Arial MT"/>
              </a:rPr>
              <a:t>THANK</a:t>
            </a:r>
            <a:r>
              <a:rPr lang="en-IN" sz="1100" b="0" u="none" spc="11" strike="noStrike">
                <a:solidFill>
                  <a:srgbClr val="f7f9fb"/>
                </a:solidFill>
                <a:effectLst/>
                <a:uFillTx/>
                <a:latin typeface="Arial MT"/>
              </a:rPr>
              <a:t> </a:t>
            </a:r>
            <a:r>
              <a:rPr lang="en-IN" sz="1100" b="0" u="none" spc="-26" strike="noStrike">
                <a:solidFill>
                  <a:srgbClr val="f7f9fb"/>
                </a:solidFill>
                <a:effectLst/>
                <a:uFillTx/>
                <a:latin typeface="Arial MT"/>
              </a:rPr>
              <a:t>YOU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ftr" idx="26"/>
          </p:nvPr>
        </p:nvSpPr>
        <p:spPr>
          <a:xfrm>
            <a:off x="735840" y="6512400"/>
            <a:ext cx="3336480" cy="160200"/>
          </a:xfrm>
          <a:prstGeom prst="rect">
            <a:avLst/>
          </a:prstGeom>
          <a:noFill/>
          <a:ln w="0">
            <a:noFill/>
          </a:ln>
        </p:spPr>
        <p:txBody>
          <a:bodyPr lIns="0" rIns="0" tIns="5760" bIns="0" anchor="t">
            <a:spAutoFit/>
          </a:bodyPr>
          <a:lstStyle>
            <a:lvl1pPr marL="1260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12600" indent="0">
              <a:lnSpc>
                <a:spcPct val="100000"/>
              </a:lnSpc>
              <a:spcBef>
                <a:spcPts val="45"/>
              </a:spcBef>
              <a:buNone/>
            </a:pP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ContentGen</a:t>
            </a:r>
            <a:r>
              <a:rPr lang="en-IN" sz="850" b="0" u="none" spc="34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/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BlogNest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•</a:t>
            </a:r>
            <a:r>
              <a:rPr lang="en-IN" sz="850" b="0" u="none" spc="45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AI-Powered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Content</a:t>
            </a:r>
            <a:r>
              <a:rPr lang="en-IN" sz="850" b="0" u="none" spc="34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trike="noStrike">
                <a:solidFill>
                  <a:srgbClr val="e7eef7"/>
                </a:solidFill>
                <a:effectLst/>
                <a:uFillTx/>
                <a:latin typeface="Arial MT"/>
              </a:rPr>
              <a:t>Management</a:t>
            </a:r>
            <a:r>
              <a:rPr lang="en-IN" sz="850" b="0" u="none" spc="40" strike="noStrike">
                <a:solidFill>
                  <a:srgbClr val="e7eef7"/>
                </a:solidFill>
                <a:effectLst/>
                <a:uFillTx/>
                <a:latin typeface="Arial MT"/>
              </a:rPr>
              <a:t> </a:t>
            </a:r>
            <a:r>
              <a:rPr lang="en-IN" sz="850" b="0" u="none" spc="-11" strike="noStrike">
                <a:solidFill>
                  <a:srgbClr val="e7eef7"/>
                </a:solidFill>
                <a:effectLst/>
                <a:uFillTx/>
                <a:latin typeface="Arial MT"/>
              </a:rPr>
              <a:t>System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27"/>
          </p:nvPr>
        </p:nvSpPr>
        <p:spPr>
          <a:xfrm>
            <a:off x="5128560" y="6512400"/>
            <a:ext cx="339840" cy="160200"/>
          </a:xfrm>
          <a:prstGeom prst="rect">
            <a:avLst/>
          </a:prstGeom>
          <a:noFill/>
          <a:ln w="0">
            <a:noFill/>
          </a:ln>
        </p:spPr>
        <p:txBody>
          <a:bodyPr lIns="0" rIns="0" tIns="5760" bIns="0" anchor="t">
            <a:spAutoFit/>
          </a:bodyPr>
          <a:lstStyle>
            <a:lvl1pPr marL="63360" indent="0">
              <a:lnSpc>
                <a:spcPct val="100000"/>
              </a:lnSpc>
              <a:spcBef>
                <a:spcPts val="45"/>
              </a:spcBef>
              <a:buNone/>
              <a:def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defRPr>
            </a:lvl1pPr>
          </a:lstStyle>
          <a:p>
            <a:pPr marL="63360" indent="0">
              <a:lnSpc>
                <a:spcPct val="100000"/>
              </a:lnSpc>
              <a:spcBef>
                <a:spcPts val="45"/>
              </a:spcBef>
              <a:buNone/>
            </a:pPr>
            <a:fld id="{BD023EBC-C4AA-4E85-B5A8-AB1421285295}" type="slidenum"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&lt;number&gt;</a:t>
            </a:fld>
            <a:r>
              <a:rPr lang="en-IN" sz="850" b="0" u="none" spc="-26" strike="noStrike">
                <a:solidFill>
                  <a:srgbClr val="e7eef7"/>
                </a:solidFill>
                <a:effectLst/>
                <a:uFillTx/>
                <a:latin typeface="Arial MT"/>
              </a:rPr>
              <a:t>/7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LibreOffice/25.8.5.1$Windows_X86_64 LibreOffice_project/cde5f182e321816108385dd3739c4295be919062</Application>
  <AppVersion>15.0000</AppVersion>
  <Words>3534</Words>
  <Paragraphs>227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2026-09-28T05:50:00Z</dcterms:created>
  <dc:creator/>
  <dc:description/>
  <dc:language>en-IN</dc:language>
  <cp:lastModifiedBy/>
  <dcterms:modified xsi:type="dcterms:W3CDTF">2026-09-30T11:04:14Z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2026-09-28T11:00:00Z</vt:filetime>
  </property>
  <property fmtid="{D5CDD505-2E9C-101B-9397-08002B2CF9AE}" pid="4" name="Creator">
    <vt:lpwstr>Impress</vt:lpwstr>
  </property>
  <property fmtid="{D5CDD505-2E9C-101B-9397-08002B2CF9AE}" pid="5" name="ICV">
    <vt:lpwstr>4AE78E23D0824BAD9CE1CEFCA6D3CF7F_13</vt:lpwstr>
  </property>
  <property fmtid="{D5CDD505-2E9C-101B-9397-08002B2CF9AE}" pid="6" name="KSOProductBuildVer">
    <vt:lpwstr>1033-12.1.0.28485</vt:lpwstr>
  </property>
  <property fmtid="{D5CDD505-2E9C-101B-9397-08002B2CF9AE}" pid="7" name="LastSaved">
    <vt:filetime>2026-09-28T11:00:00Z</vt:filetime>
  </property>
  <property fmtid="{D5CDD505-2E9C-101B-9397-08002B2CF9AE}" pid="8" name="PresentationFormat">
    <vt:lpwstr>On-screen Show (4:3)</vt:lpwstr>
  </property>
  <property fmtid="{D5CDD505-2E9C-101B-9397-08002B2CF9AE}" pid="9" name="Producer">
    <vt:lpwstr>LibreOfficeDev 24.8.7.2.0 (AARCH64) / LibreOffice Community</vt:lpwstr>
  </property>
  <property fmtid="{D5CDD505-2E9C-101B-9397-08002B2CF9AE}" pid="10" name="Slides">
    <vt:i4>7</vt:i4>
  </property>
</Properties>
</file>